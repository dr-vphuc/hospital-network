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57" r:id="rId4"/>
    <p:sldId id="284" r:id="rId5"/>
    <p:sldId id="286" r:id="rId6"/>
    <p:sldId id="287" r:id="rId7"/>
    <p:sldId id="285" r:id="rId8"/>
    <p:sldId id="288" r:id="rId9"/>
    <p:sldId id="289" r:id="rId10"/>
    <p:sldId id="290" r:id="rId11"/>
    <p:sldId id="291" r:id="rId12"/>
    <p:sldId id="292" r:id="rId13"/>
    <p:sldId id="293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C5090E-A478-4596-9DC1-46952616AC1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B6CB8C-8063-4BAC-8368-314F58DE48FE}">
      <dgm:prSet phldrT="[Text]"/>
      <dgm:spPr/>
      <dgm:t>
        <a:bodyPr/>
        <a:lstStyle/>
        <a:p>
          <a:r>
            <a:rPr lang="en-US"/>
            <a:t>ADMIN</a:t>
          </a:r>
        </a:p>
      </dgm:t>
    </dgm:pt>
    <dgm:pt modelId="{B29A4F1F-44EC-4CA7-B711-CFE9DBEDE822}" type="parTrans" cxnId="{3309CDBE-2239-4FA4-A7C9-8F18E6F33342}">
      <dgm:prSet/>
      <dgm:spPr/>
      <dgm:t>
        <a:bodyPr/>
        <a:lstStyle/>
        <a:p>
          <a:endParaRPr lang="en-US"/>
        </a:p>
      </dgm:t>
    </dgm:pt>
    <dgm:pt modelId="{4EFB4A3F-C978-4274-AADE-294BF91E3321}" type="sibTrans" cxnId="{3309CDBE-2239-4FA4-A7C9-8F18E6F33342}">
      <dgm:prSet/>
      <dgm:spPr/>
      <dgm:t>
        <a:bodyPr/>
        <a:lstStyle/>
        <a:p>
          <a:endParaRPr lang="en-US"/>
        </a:p>
      </dgm:t>
    </dgm:pt>
    <dgm:pt modelId="{DB4351FF-481C-4E62-A4E5-6DFD3E09850B}">
      <dgm:prSet phldrT="[Text]"/>
      <dgm:spPr/>
      <dgm:t>
        <a:bodyPr/>
        <a:lstStyle/>
        <a:p>
          <a:r>
            <a:rPr lang="en-US"/>
            <a:t>Dashboard</a:t>
          </a:r>
        </a:p>
      </dgm:t>
    </dgm:pt>
    <dgm:pt modelId="{30D7485A-DB7E-4447-A6EC-866A583C67E0}" type="parTrans" cxnId="{A319D336-ACF8-4D9B-A4B2-FF9F809AB487}">
      <dgm:prSet/>
      <dgm:spPr/>
      <dgm:t>
        <a:bodyPr/>
        <a:lstStyle/>
        <a:p>
          <a:endParaRPr lang="en-US"/>
        </a:p>
      </dgm:t>
    </dgm:pt>
    <dgm:pt modelId="{F6DEFBC0-DBD5-46DF-9F8F-FFDE95AB6E3C}" type="sibTrans" cxnId="{A319D336-ACF8-4D9B-A4B2-FF9F809AB487}">
      <dgm:prSet/>
      <dgm:spPr/>
      <dgm:t>
        <a:bodyPr/>
        <a:lstStyle/>
        <a:p>
          <a:endParaRPr lang="en-US"/>
        </a:p>
      </dgm:t>
    </dgm:pt>
    <dgm:pt modelId="{E21E7829-B8A7-41DD-8B28-756B023E4E3F}">
      <dgm:prSet phldrT="[Text]"/>
      <dgm:spPr/>
      <dgm:t>
        <a:bodyPr/>
        <a:lstStyle/>
        <a:p>
          <a:r>
            <a:rPr lang="en-US"/>
            <a:t>Xem bệnh nhân</a:t>
          </a:r>
        </a:p>
      </dgm:t>
    </dgm:pt>
    <dgm:pt modelId="{329317C6-0F09-4C9C-AFD1-ECA1AD8D022A}" type="parTrans" cxnId="{A0FD9EAF-91AF-44A3-A2AC-8E742AF90B63}">
      <dgm:prSet/>
      <dgm:spPr/>
      <dgm:t>
        <a:bodyPr/>
        <a:lstStyle/>
        <a:p>
          <a:endParaRPr lang="en-US"/>
        </a:p>
      </dgm:t>
    </dgm:pt>
    <dgm:pt modelId="{6949A6B5-983D-4847-A0E2-CFE03B74793A}" type="sibTrans" cxnId="{A0FD9EAF-91AF-44A3-A2AC-8E742AF90B63}">
      <dgm:prSet/>
      <dgm:spPr/>
      <dgm:t>
        <a:bodyPr/>
        <a:lstStyle/>
        <a:p>
          <a:endParaRPr lang="en-US"/>
        </a:p>
      </dgm:t>
    </dgm:pt>
    <dgm:pt modelId="{E519FB78-11D0-4887-9AAC-AE5248745BB3}">
      <dgm:prSet phldrT="[Text]"/>
      <dgm:spPr/>
      <dgm:t>
        <a:bodyPr/>
        <a:lstStyle/>
        <a:p>
          <a:r>
            <a:rPr lang="en-US"/>
            <a:t>Xem bác sĩ</a:t>
          </a:r>
        </a:p>
      </dgm:t>
    </dgm:pt>
    <dgm:pt modelId="{21CE2744-B3E3-4674-AFF5-9D9818C7016B}" type="parTrans" cxnId="{526043A4-5122-410F-9AF3-BB45676CDF2C}">
      <dgm:prSet/>
      <dgm:spPr/>
      <dgm:t>
        <a:bodyPr/>
        <a:lstStyle/>
        <a:p>
          <a:endParaRPr lang="en-US"/>
        </a:p>
      </dgm:t>
    </dgm:pt>
    <dgm:pt modelId="{E8BD15B8-35AF-4619-B50A-F9F22365F870}" type="sibTrans" cxnId="{526043A4-5122-410F-9AF3-BB45676CDF2C}">
      <dgm:prSet/>
      <dgm:spPr/>
      <dgm:t>
        <a:bodyPr/>
        <a:lstStyle/>
        <a:p>
          <a:endParaRPr lang="en-US"/>
        </a:p>
      </dgm:t>
    </dgm:pt>
    <dgm:pt modelId="{59103912-0B3F-4CFB-9570-DD0AE93F525F}">
      <dgm:prSet phldrT="[Text]"/>
      <dgm:spPr/>
      <dgm:t>
        <a:bodyPr/>
        <a:lstStyle/>
        <a:p>
          <a:r>
            <a:rPr lang="en-US"/>
            <a:t>Xem đơn thuốc</a:t>
          </a:r>
        </a:p>
      </dgm:t>
    </dgm:pt>
    <dgm:pt modelId="{D5375C08-E7A5-4986-B9D3-324256567E44}" type="parTrans" cxnId="{B6EEE38B-DC3B-4081-B32C-0766BEA670E5}">
      <dgm:prSet/>
      <dgm:spPr/>
      <dgm:t>
        <a:bodyPr/>
        <a:lstStyle/>
        <a:p>
          <a:endParaRPr lang="en-US"/>
        </a:p>
      </dgm:t>
    </dgm:pt>
    <dgm:pt modelId="{3FC4FA4B-F9AA-4660-956D-21E7D6B0E038}" type="sibTrans" cxnId="{B6EEE38B-DC3B-4081-B32C-0766BEA670E5}">
      <dgm:prSet/>
      <dgm:spPr/>
      <dgm:t>
        <a:bodyPr/>
        <a:lstStyle/>
        <a:p>
          <a:endParaRPr lang="en-US"/>
        </a:p>
      </dgm:t>
    </dgm:pt>
    <dgm:pt modelId="{7A3667FB-EAAC-4FF3-AA62-3AFFD59380F3}">
      <dgm:prSet phldrT="[Text]"/>
      <dgm:spPr/>
      <dgm:t>
        <a:bodyPr/>
        <a:lstStyle/>
        <a:p>
          <a:r>
            <a:rPr lang="en-US"/>
            <a:t>Xem lô thuốc</a:t>
          </a:r>
        </a:p>
      </dgm:t>
    </dgm:pt>
    <dgm:pt modelId="{F9DF414B-43F6-42EE-BF3C-455A036278FA}" type="parTrans" cxnId="{4F8C5E88-E952-46CD-B13E-94F142345A6B}">
      <dgm:prSet/>
      <dgm:spPr/>
      <dgm:t>
        <a:bodyPr/>
        <a:lstStyle/>
        <a:p>
          <a:endParaRPr lang="en-US"/>
        </a:p>
      </dgm:t>
    </dgm:pt>
    <dgm:pt modelId="{473197D1-3BB0-4993-98DC-C85FBA01D49F}" type="sibTrans" cxnId="{4F8C5E88-E952-46CD-B13E-94F142345A6B}">
      <dgm:prSet/>
      <dgm:spPr/>
      <dgm:t>
        <a:bodyPr/>
        <a:lstStyle/>
        <a:p>
          <a:endParaRPr lang="en-US"/>
        </a:p>
      </dgm:t>
    </dgm:pt>
    <dgm:pt modelId="{F875851E-404D-484F-857B-AFDC9BC6A412}">
      <dgm:prSet phldrT="[Text]"/>
      <dgm:spPr/>
      <dgm:t>
        <a:bodyPr/>
        <a:lstStyle/>
        <a:p>
          <a:r>
            <a:rPr lang="en-US"/>
            <a:t>Xem phòng bệnh</a:t>
          </a:r>
        </a:p>
      </dgm:t>
    </dgm:pt>
    <dgm:pt modelId="{0C9A6A7E-3AD8-429E-9ABE-6DBC9AD2F1A3}" type="parTrans" cxnId="{EB4E1F53-2F90-41E0-9189-FD1469C57650}">
      <dgm:prSet/>
      <dgm:spPr/>
      <dgm:t>
        <a:bodyPr/>
        <a:lstStyle/>
        <a:p>
          <a:endParaRPr lang="en-US"/>
        </a:p>
      </dgm:t>
    </dgm:pt>
    <dgm:pt modelId="{5C78FFC8-9CE1-428D-8DA1-5BE186645314}" type="sibTrans" cxnId="{EB4E1F53-2F90-41E0-9189-FD1469C57650}">
      <dgm:prSet/>
      <dgm:spPr/>
      <dgm:t>
        <a:bodyPr/>
        <a:lstStyle/>
        <a:p>
          <a:endParaRPr lang="en-US"/>
        </a:p>
      </dgm:t>
    </dgm:pt>
    <dgm:pt modelId="{007BC1DA-1331-4CFE-A69A-0EE6E9C4DFE3}">
      <dgm:prSet phldrT="[Text]"/>
      <dgm:spPr/>
      <dgm:t>
        <a:bodyPr/>
        <a:lstStyle/>
        <a:p>
          <a:r>
            <a:rPr lang="en-US"/>
            <a:t>Số bệnh nhân nội trú</a:t>
          </a:r>
        </a:p>
      </dgm:t>
    </dgm:pt>
    <dgm:pt modelId="{DDF170A2-1335-497B-9CC7-1F98FB905FAC}" type="parTrans" cxnId="{0FDFE09E-01AB-4361-8B85-0B6D37F5ABF2}">
      <dgm:prSet/>
      <dgm:spPr/>
      <dgm:t>
        <a:bodyPr/>
        <a:lstStyle/>
        <a:p>
          <a:endParaRPr lang="en-US"/>
        </a:p>
      </dgm:t>
    </dgm:pt>
    <dgm:pt modelId="{DE2DD274-F3E8-4507-B72B-B547ACB5EA3A}" type="sibTrans" cxnId="{0FDFE09E-01AB-4361-8B85-0B6D37F5ABF2}">
      <dgm:prSet/>
      <dgm:spPr/>
      <dgm:t>
        <a:bodyPr/>
        <a:lstStyle/>
        <a:p>
          <a:endParaRPr lang="en-US"/>
        </a:p>
      </dgm:t>
    </dgm:pt>
    <dgm:pt modelId="{1C2B6AEF-1A1A-4B2D-82F3-52BB86662DCE}">
      <dgm:prSet phldrT="[Text]"/>
      <dgm:spPr/>
      <dgm:t>
        <a:bodyPr/>
        <a:lstStyle/>
        <a:p>
          <a:r>
            <a:rPr lang="en-US"/>
            <a:t>Số bác sĩ hoạt động</a:t>
          </a:r>
        </a:p>
      </dgm:t>
    </dgm:pt>
    <dgm:pt modelId="{51836CE1-9EE1-4181-81F1-E2F4A585B4E0}" type="parTrans" cxnId="{0657FD08-6C46-48FD-A9D2-EC9C8B0C4E85}">
      <dgm:prSet/>
      <dgm:spPr/>
      <dgm:t>
        <a:bodyPr/>
        <a:lstStyle/>
        <a:p>
          <a:endParaRPr lang="en-US"/>
        </a:p>
      </dgm:t>
    </dgm:pt>
    <dgm:pt modelId="{F32CC0F9-B3B3-4E87-8AF9-1B3DD0DF3CCF}" type="sibTrans" cxnId="{0657FD08-6C46-48FD-A9D2-EC9C8B0C4E85}">
      <dgm:prSet/>
      <dgm:spPr/>
      <dgm:t>
        <a:bodyPr/>
        <a:lstStyle/>
        <a:p>
          <a:endParaRPr lang="en-US"/>
        </a:p>
      </dgm:t>
    </dgm:pt>
    <dgm:pt modelId="{D7178986-B16A-427A-98CD-D21657129A59}">
      <dgm:prSet phldrT="[Text]"/>
      <dgm:spPr/>
      <dgm:t>
        <a:bodyPr/>
        <a:lstStyle/>
        <a:p>
          <a:r>
            <a:rPr lang="en-US"/>
            <a:t>Số lượt khám trong ngày</a:t>
          </a:r>
        </a:p>
      </dgm:t>
    </dgm:pt>
    <dgm:pt modelId="{0D303EFD-E683-4FBC-819F-9B0D01040075}" type="parTrans" cxnId="{38677B5F-B6B9-49B7-9ED3-96198C8585B7}">
      <dgm:prSet/>
      <dgm:spPr/>
      <dgm:t>
        <a:bodyPr/>
        <a:lstStyle/>
        <a:p>
          <a:endParaRPr lang="en-US"/>
        </a:p>
      </dgm:t>
    </dgm:pt>
    <dgm:pt modelId="{511921AF-FF68-4BF5-8C99-301B3177FCEE}" type="sibTrans" cxnId="{38677B5F-B6B9-49B7-9ED3-96198C8585B7}">
      <dgm:prSet/>
      <dgm:spPr/>
      <dgm:t>
        <a:bodyPr/>
        <a:lstStyle/>
        <a:p>
          <a:endParaRPr lang="en-US"/>
        </a:p>
      </dgm:t>
    </dgm:pt>
    <dgm:pt modelId="{D718EAFB-CE7D-4C73-A1D2-F1532F0ECC39}">
      <dgm:prSet phldrT="[Text]"/>
      <dgm:spPr/>
      <dgm:t>
        <a:bodyPr/>
        <a:lstStyle/>
        <a:p>
          <a:r>
            <a:rPr lang="en-US"/>
            <a:t>Các biểu đồ phân tích</a:t>
          </a:r>
        </a:p>
      </dgm:t>
    </dgm:pt>
    <dgm:pt modelId="{4B4CC4F7-2E78-4E54-B916-5ACD28096821}" type="parTrans" cxnId="{83983ADC-5446-4000-8DFE-ECCFE94624C9}">
      <dgm:prSet/>
      <dgm:spPr/>
      <dgm:t>
        <a:bodyPr/>
        <a:lstStyle/>
        <a:p>
          <a:endParaRPr lang="en-US"/>
        </a:p>
      </dgm:t>
    </dgm:pt>
    <dgm:pt modelId="{4E34AC54-46CD-4F89-B504-52BA460E650B}" type="sibTrans" cxnId="{83983ADC-5446-4000-8DFE-ECCFE94624C9}">
      <dgm:prSet/>
      <dgm:spPr/>
      <dgm:t>
        <a:bodyPr/>
        <a:lstStyle/>
        <a:p>
          <a:endParaRPr lang="en-US"/>
        </a:p>
      </dgm:t>
    </dgm:pt>
    <dgm:pt modelId="{41BE0620-D1D5-4412-A259-84BFB9B83ED5}">
      <dgm:prSet phldrT="[Text]"/>
      <dgm:spPr/>
      <dgm:t>
        <a:bodyPr/>
        <a:lstStyle/>
        <a:p>
          <a:r>
            <a:rPr lang="en-US"/>
            <a:t>Tìm theo tên</a:t>
          </a:r>
        </a:p>
      </dgm:t>
    </dgm:pt>
    <dgm:pt modelId="{10DAC058-633D-4E57-960B-D273F376130C}" type="parTrans" cxnId="{15E48B96-9E05-45D7-904A-1888640814FD}">
      <dgm:prSet/>
      <dgm:spPr/>
      <dgm:t>
        <a:bodyPr/>
        <a:lstStyle/>
        <a:p>
          <a:endParaRPr lang="en-US"/>
        </a:p>
      </dgm:t>
    </dgm:pt>
    <dgm:pt modelId="{C1600312-3B06-4013-A7E4-B243EBC77F4D}" type="sibTrans" cxnId="{15E48B96-9E05-45D7-904A-1888640814FD}">
      <dgm:prSet/>
      <dgm:spPr/>
      <dgm:t>
        <a:bodyPr/>
        <a:lstStyle/>
        <a:p>
          <a:endParaRPr lang="en-US"/>
        </a:p>
      </dgm:t>
    </dgm:pt>
    <dgm:pt modelId="{8702EEBA-D72A-4BC0-9802-7C0729A20E4C}">
      <dgm:prSet phldrT="[Text]"/>
      <dgm:spPr/>
      <dgm:t>
        <a:bodyPr/>
        <a:lstStyle/>
        <a:p>
          <a:r>
            <a:rPr lang="en-US"/>
            <a:t>Tìm theo tình trạng</a:t>
          </a:r>
        </a:p>
      </dgm:t>
    </dgm:pt>
    <dgm:pt modelId="{237F7BBA-13AE-4182-BC12-8BC929B1F286}" type="parTrans" cxnId="{CE8FC912-A4F7-4EC9-857B-3A395E8F802A}">
      <dgm:prSet/>
      <dgm:spPr/>
      <dgm:t>
        <a:bodyPr/>
        <a:lstStyle/>
        <a:p>
          <a:endParaRPr lang="en-US"/>
        </a:p>
      </dgm:t>
    </dgm:pt>
    <dgm:pt modelId="{8052B23D-8F4E-4B1C-810A-D20F0ED5491B}" type="sibTrans" cxnId="{CE8FC912-A4F7-4EC9-857B-3A395E8F802A}">
      <dgm:prSet/>
      <dgm:spPr/>
      <dgm:t>
        <a:bodyPr/>
        <a:lstStyle/>
        <a:p>
          <a:endParaRPr lang="en-US"/>
        </a:p>
      </dgm:t>
    </dgm:pt>
    <dgm:pt modelId="{4A8EE4FE-1044-4E54-A414-77DD30BDA1F5}">
      <dgm:prSet phldrT="[Text]"/>
      <dgm:spPr/>
      <dgm:t>
        <a:bodyPr/>
        <a:lstStyle/>
        <a:p>
          <a:r>
            <a:rPr lang="en-US"/>
            <a:t>Tìm theo khoa</a:t>
          </a:r>
        </a:p>
      </dgm:t>
    </dgm:pt>
    <dgm:pt modelId="{2A8392C5-540B-4671-B3A9-96F38F169571}" type="parTrans" cxnId="{504C51F2-F2E4-4AE1-8976-5AB7137E7BD5}">
      <dgm:prSet/>
      <dgm:spPr/>
      <dgm:t>
        <a:bodyPr/>
        <a:lstStyle/>
        <a:p>
          <a:endParaRPr lang="en-US"/>
        </a:p>
      </dgm:t>
    </dgm:pt>
    <dgm:pt modelId="{D70E71BF-3A21-4A2C-B3A7-1334D337A961}" type="sibTrans" cxnId="{504C51F2-F2E4-4AE1-8976-5AB7137E7BD5}">
      <dgm:prSet/>
      <dgm:spPr/>
      <dgm:t>
        <a:bodyPr/>
        <a:lstStyle/>
        <a:p>
          <a:endParaRPr lang="en-US"/>
        </a:p>
      </dgm:t>
    </dgm:pt>
    <dgm:pt modelId="{8B1A8049-06AC-4210-8E9E-AA81B346292D}">
      <dgm:prSet phldrT="[Text]"/>
      <dgm:spPr/>
      <dgm:t>
        <a:bodyPr/>
        <a:lstStyle/>
        <a:p>
          <a:r>
            <a:rPr lang="en-US"/>
            <a:t>Xác đơn thuốc được kê cho bn</a:t>
          </a:r>
        </a:p>
      </dgm:t>
    </dgm:pt>
    <dgm:pt modelId="{D6693930-344E-4308-8F1B-DECD7DD982C1}" type="parTrans" cxnId="{12C2A35B-1385-42EF-BF50-38E9FD8419CE}">
      <dgm:prSet/>
      <dgm:spPr/>
      <dgm:t>
        <a:bodyPr/>
        <a:lstStyle/>
        <a:p>
          <a:endParaRPr lang="en-US"/>
        </a:p>
      </dgm:t>
    </dgm:pt>
    <dgm:pt modelId="{3E672DEB-14D3-4F12-9298-A2CDE5D3F02D}" type="sibTrans" cxnId="{12C2A35B-1385-42EF-BF50-38E9FD8419CE}">
      <dgm:prSet/>
      <dgm:spPr/>
      <dgm:t>
        <a:bodyPr/>
        <a:lstStyle/>
        <a:p>
          <a:endParaRPr lang="en-US"/>
        </a:p>
      </dgm:t>
    </dgm:pt>
    <dgm:pt modelId="{96447D8B-CEEF-4F82-8ABF-41530323BC7D}">
      <dgm:prSet phldrT="[Text]"/>
      <dgm:spPr/>
      <dgm:t>
        <a:bodyPr/>
        <a:lstStyle/>
        <a:p>
          <a:r>
            <a:rPr lang="en-US"/>
            <a:t>Tìm theo tên</a:t>
          </a:r>
        </a:p>
      </dgm:t>
    </dgm:pt>
    <dgm:pt modelId="{9AAEE73A-594B-4494-A9B9-8C885C595955}" type="parTrans" cxnId="{64C075D5-09F5-4AB3-AEDA-EC3AB0B431BA}">
      <dgm:prSet/>
      <dgm:spPr/>
      <dgm:t>
        <a:bodyPr/>
        <a:lstStyle/>
        <a:p>
          <a:endParaRPr lang="en-US"/>
        </a:p>
      </dgm:t>
    </dgm:pt>
    <dgm:pt modelId="{4364FF91-FD1E-4084-A284-F42AD9D9F5DC}" type="sibTrans" cxnId="{64C075D5-09F5-4AB3-AEDA-EC3AB0B431BA}">
      <dgm:prSet/>
      <dgm:spPr/>
      <dgm:t>
        <a:bodyPr/>
        <a:lstStyle/>
        <a:p>
          <a:endParaRPr lang="en-US"/>
        </a:p>
      </dgm:t>
    </dgm:pt>
    <dgm:pt modelId="{584BDC5B-AB8D-4BAD-B137-BF6A87732F7D}">
      <dgm:prSet phldrT="[Text]"/>
      <dgm:spPr/>
      <dgm:t>
        <a:bodyPr/>
        <a:lstStyle/>
        <a:p>
          <a:r>
            <a:rPr lang="en-US"/>
            <a:t>Tìm theo khoa</a:t>
          </a:r>
        </a:p>
      </dgm:t>
    </dgm:pt>
    <dgm:pt modelId="{CAEC7B25-849F-4684-A970-A1DA5BC800DA}" type="parTrans" cxnId="{4FF4EF8B-9ED8-424C-82F9-1C21F7E2B08F}">
      <dgm:prSet/>
      <dgm:spPr/>
      <dgm:t>
        <a:bodyPr/>
        <a:lstStyle/>
        <a:p>
          <a:endParaRPr lang="en-US"/>
        </a:p>
      </dgm:t>
    </dgm:pt>
    <dgm:pt modelId="{DE47505A-4940-41B3-9E5F-9C5807E3CA27}" type="sibTrans" cxnId="{4FF4EF8B-9ED8-424C-82F9-1C21F7E2B08F}">
      <dgm:prSet/>
      <dgm:spPr/>
      <dgm:t>
        <a:bodyPr/>
        <a:lstStyle/>
        <a:p>
          <a:endParaRPr lang="en-US"/>
        </a:p>
      </dgm:t>
    </dgm:pt>
    <dgm:pt modelId="{D08A9F9E-48C6-4F02-B441-2D22483F49F4}">
      <dgm:prSet phldrT="[Text]"/>
      <dgm:spPr/>
      <dgm:t>
        <a:bodyPr/>
        <a:lstStyle/>
        <a:p>
          <a:r>
            <a:rPr lang="en-US"/>
            <a:t>Xem các đơn thuốc đã kê</a:t>
          </a:r>
        </a:p>
      </dgm:t>
    </dgm:pt>
    <dgm:pt modelId="{30C6C010-0BA2-4752-B07F-C5184F08CE3B}" type="parTrans" cxnId="{4D16B599-90AF-46A9-B353-D57F2BCF537D}">
      <dgm:prSet/>
      <dgm:spPr/>
      <dgm:t>
        <a:bodyPr/>
        <a:lstStyle/>
        <a:p>
          <a:endParaRPr lang="en-US"/>
        </a:p>
      </dgm:t>
    </dgm:pt>
    <dgm:pt modelId="{22483310-5C42-4E05-9718-D3C75E1A5B57}" type="sibTrans" cxnId="{4D16B599-90AF-46A9-B353-D57F2BCF537D}">
      <dgm:prSet/>
      <dgm:spPr/>
      <dgm:t>
        <a:bodyPr/>
        <a:lstStyle/>
        <a:p>
          <a:endParaRPr lang="en-US"/>
        </a:p>
      </dgm:t>
    </dgm:pt>
    <dgm:pt modelId="{9DA6D7A2-9945-4A99-9698-C594C8E78236}">
      <dgm:prSet phldrT="[Text]"/>
      <dgm:spPr/>
      <dgm:t>
        <a:bodyPr/>
        <a:lstStyle/>
        <a:p>
          <a:r>
            <a:rPr lang="en-US"/>
            <a:t>Dashboard phân tích</a:t>
          </a:r>
        </a:p>
      </dgm:t>
    </dgm:pt>
    <dgm:pt modelId="{DD755063-C8A8-4B83-9C5C-F1CE6579E134}" type="parTrans" cxnId="{2A990ED3-20FA-436C-9A66-C98C52BF4216}">
      <dgm:prSet/>
      <dgm:spPr/>
      <dgm:t>
        <a:bodyPr/>
        <a:lstStyle/>
        <a:p>
          <a:endParaRPr lang="en-US"/>
        </a:p>
      </dgm:t>
    </dgm:pt>
    <dgm:pt modelId="{8154A889-111F-4F8C-9CF8-091FA469DDD2}" type="sibTrans" cxnId="{2A990ED3-20FA-436C-9A66-C98C52BF4216}">
      <dgm:prSet/>
      <dgm:spPr/>
      <dgm:t>
        <a:bodyPr/>
        <a:lstStyle/>
        <a:p>
          <a:endParaRPr lang="en-US"/>
        </a:p>
      </dgm:t>
    </dgm:pt>
    <dgm:pt modelId="{2B8AB8A5-2096-4B15-ACF7-889D6BABDD36}">
      <dgm:prSet phldrT="[Text]"/>
      <dgm:spPr/>
      <dgm:t>
        <a:bodyPr/>
        <a:lstStyle/>
        <a:p>
          <a:r>
            <a:rPr lang="en-US"/>
            <a:t>Thêm bác sĩ</a:t>
          </a:r>
        </a:p>
      </dgm:t>
    </dgm:pt>
    <dgm:pt modelId="{88251622-4B52-4928-8D6A-51B7FAA369F0}" type="parTrans" cxnId="{5D2CCF65-8155-47E4-BC63-801A77A9BE7E}">
      <dgm:prSet/>
      <dgm:spPr/>
      <dgm:t>
        <a:bodyPr/>
        <a:lstStyle/>
        <a:p>
          <a:endParaRPr lang="en-US"/>
        </a:p>
      </dgm:t>
    </dgm:pt>
    <dgm:pt modelId="{A78D3059-418E-4123-998B-2D5B349B617B}" type="sibTrans" cxnId="{5D2CCF65-8155-47E4-BC63-801A77A9BE7E}">
      <dgm:prSet/>
      <dgm:spPr/>
      <dgm:t>
        <a:bodyPr/>
        <a:lstStyle/>
        <a:p>
          <a:endParaRPr lang="en-US"/>
        </a:p>
      </dgm:t>
    </dgm:pt>
    <dgm:pt modelId="{7F5036C8-2054-45C0-8AC3-DEF34443A77B}">
      <dgm:prSet phldrT="[Text]"/>
      <dgm:spPr/>
      <dgm:t>
        <a:bodyPr/>
        <a:lstStyle/>
        <a:p>
          <a:r>
            <a:rPr lang="en-US"/>
            <a:t>Xem các bệnh nhân trong phòng</a:t>
          </a:r>
        </a:p>
      </dgm:t>
    </dgm:pt>
    <dgm:pt modelId="{A9A1C275-4686-4ABD-BC85-FE6228E1FC6E}" type="parTrans" cxnId="{C4FB0E02-FBE5-4EE8-B12C-7D90F00ECD50}">
      <dgm:prSet/>
      <dgm:spPr/>
      <dgm:t>
        <a:bodyPr/>
        <a:lstStyle/>
        <a:p>
          <a:endParaRPr lang="en-US"/>
        </a:p>
      </dgm:t>
    </dgm:pt>
    <dgm:pt modelId="{34516BDB-3E20-42FA-8999-E406ED01C9AE}" type="sibTrans" cxnId="{C4FB0E02-FBE5-4EE8-B12C-7D90F00ECD50}">
      <dgm:prSet/>
      <dgm:spPr/>
      <dgm:t>
        <a:bodyPr/>
        <a:lstStyle/>
        <a:p>
          <a:endParaRPr lang="en-US"/>
        </a:p>
      </dgm:t>
    </dgm:pt>
    <dgm:pt modelId="{088CA2DA-A598-42D2-8D86-957E9513A3F0}">
      <dgm:prSet phldrT="[Text]"/>
      <dgm:spPr/>
      <dgm:t>
        <a:bodyPr/>
        <a:lstStyle/>
        <a:p>
          <a:r>
            <a:rPr lang="en-US"/>
            <a:t>Tìm theo bác sĩ kê đơn</a:t>
          </a:r>
        </a:p>
      </dgm:t>
    </dgm:pt>
    <dgm:pt modelId="{AB8F7B63-0351-46B8-82E6-A307655D14B5}" type="parTrans" cxnId="{5E0FCFDD-ABDA-4B36-8156-3AB1CB013D3A}">
      <dgm:prSet/>
      <dgm:spPr/>
      <dgm:t>
        <a:bodyPr/>
        <a:lstStyle/>
        <a:p>
          <a:endParaRPr lang="en-US"/>
        </a:p>
      </dgm:t>
    </dgm:pt>
    <dgm:pt modelId="{51681A04-D151-4F5E-BAEE-78C83E814031}" type="sibTrans" cxnId="{5E0FCFDD-ABDA-4B36-8156-3AB1CB013D3A}">
      <dgm:prSet/>
      <dgm:spPr/>
      <dgm:t>
        <a:bodyPr/>
        <a:lstStyle/>
        <a:p>
          <a:endParaRPr lang="en-US"/>
        </a:p>
      </dgm:t>
    </dgm:pt>
    <dgm:pt modelId="{887F3D59-9E4E-4667-A6A4-534E2D638F39}">
      <dgm:prSet phldrT="[Text]"/>
      <dgm:spPr/>
      <dgm:t>
        <a:bodyPr/>
        <a:lstStyle/>
        <a:p>
          <a:r>
            <a:rPr lang="en-US"/>
            <a:t>Tìm theo bệnh nhân nhận đơn</a:t>
          </a:r>
        </a:p>
      </dgm:t>
    </dgm:pt>
    <dgm:pt modelId="{BA95308E-CA80-456C-8639-DB748A460D02}" type="parTrans" cxnId="{8F7D4CA1-5274-4F44-A2D4-7D23E3A69B3D}">
      <dgm:prSet/>
      <dgm:spPr/>
      <dgm:t>
        <a:bodyPr/>
        <a:lstStyle/>
        <a:p>
          <a:endParaRPr lang="en-US"/>
        </a:p>
      </dgm:t>
    </dgm:pt>
    <dgm:pt modelId="{FFBD918F-0E1F-4B1A-8A1F-2C7045512756}" type="sibTrans" cxnId="{8F7D4CA1-5274-4F44-A2D4-7D23E3A69B3D}">
      <dgm:prSet/>
      <dgm:spPr/>
      <dgm:t>
        <a:bodyPr/>
        <a:lstStyle/>
        <a:p>
          <a:endParaRPr lang="en-US"/>
        </a:p>
      </dgm:t>
    </dgm:pt>
    <dgm:pt modelId="{61EFB29F-094C-445A-A69C-486E9A5B28D7}">
      <dgm:prSet phldrT="[Text]"/>
      <dgm:spPr/>
      <dgm:t>
        <a:bodyPr/>
        <a:lstStyle/>
        <a:p>
          <a:r>
            <a:rPr lang="en-US"/>
            <a:t>Thêm lô thuốc</a:t>
          </a:r>
        </a:p>
      </dgm:t>
    </dgm:pt>
    <dgm:pt modelId="{41791B42-43D4-4D38-BF4C-67738855DB5F}" type="parTrans" cxnId="{51B1B892-C621-416C-90ED-B4EC7717DB11}">
      <dgm:prSet/>
      <dgm:spPr/>
      <dgm:t>
        <a:bodyPr/>
        <a:lstStyle/>
        <a:p>
          <a:endParaRPr lang="en-US"/>
        </a:p>
      </dgm:t>
    </dgm:pt>
    <dgm:pt modelId="{63DBB6C2-FB89-48A1-B299-343584453B14}" type="sibTrans" cxnId="{51B1B892-C621-416C-90ED-B4EC7717DB11}">
      <dgm:prSet/>
      <dgm:spPr/>
      <dgm:t>
        <a:bodyPr/>
        <a:lstStyle/>
        <a:p>
          <a:endParaRPr lang="en-US"/>
        </a:p>
      </dgm:t>
    </dgm:pt>
    <dgm:pt modelId="{8350A67A-0D8E-47C5-95BB-44329E41C1CD}">
      <dgm:prSet phldrT="[Text]"/>
      <dgm:spPr/>
      <dgm:t>
        <a:bodyPr/>
        <a:lstStyle/>
        <a:p>
          <a:r>
            <a:rPr lang="en-US"/>
            <a:t>Xem cảnh báo lô thuốc sắp hết</a:t>
          </a:r>
        </a:p>
      </dgm:t>
    </dgm:pt>
    <dgm:pt modelId="{127CAF8F-3A94-4B31-B9E2-66D39391A7CE}" type="parTrans" cxnId="{F4533C1C-2D0B-49EB-97A3-B600FFC8FFC4}">
      <dgm:prSet/>
      <dgm:spPr/>
      <dgm:t>
        <a:bodyPr/>
        <a:lstStyle/>
        <a:p>
          <a:endParaRPr lang="en-US"/>
        </a:p>
      </dgm:t>
    </dgm:pt>
    <dgm:pt modelId="{AE6C60B2-244C-47E3-8F0B-5CE3CC87B48E}" type="sibTrans" cxnId="{F4533C1C-2D0B-49EB-97A3-B600FFC8FFC4}">
      <dgm:prSet/>
      <dgm:spPr/>
      <dgm:t>
        <a:bodyPr/>
        <a:lstStyle/>
        <a:p>
          <a:endParaRPr lang="en-US"/>
        </a:p>
      </dgm:t>
    </dgm:pt>
    <dgm:pt modelId="{5DB5F5FB-6F40-4238-938B-9B0C7E749FF8}">
      <dgm:prSet phldrT="[Text]"/>
      <dgm:spPr/>
      <dgm:t>
        <a:bodyPr/>
        <a:lstStyle/>
        <a:p>
          <a:r>
            <a:rPr lang="en-US"/>
            <a:t>Xem cảnh báo lô thuốc sắp hết hạn</a:t>
          </a:r>
        </a:p>
      </dgm:t>
    </dgm:pt>
    <dgm:pt modelId="{425FE7B9-4ECA-4E5F-89FC-B418AB94158B}" type="parTrans" cxnId="{0C80F36A-86C7-4CC4-A27D-29AD9EDCACA0}">
      <dgm:prSet/>
      <dgm:spPr/>
      <dgm:t>
        <a:bodyPr/>
        <a:lstStyle/>
        <a:p>
          <a:endParaRPr lang="en-US"/>
        </a:p>
      </dgm:t>
    </dgm:pt>
    <dgm:pt modelId="{DA2ACFF1-FE85-48DE-B617-AA41CFFD2B77}" type="sibTrans" cxnId="{0C80F36A-86C7-4CC4-A27D-29AD9EDCACA0}">
      <dgm:prSet/>
      <dgm:spPr/>
      <dgm:t>
        <a:bodyPr/>
        <a:lstStyle/>
        <a:p>
          <a:endParaRPr lang="en-US"/>
        </a:p>
      </dgm:t>
    </dgm:pt>
    <dgm:pt modelId="{2FEB2D91-E4EC-4ADC-AD79-920680CDC00A}" type="pres">
      <dgm:prSet presAssocID="{11C5090E-A478-4596-9DC1-46952616AC1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7196648-1EC2-4828-BFDF-CB9B49F22AA9}" type="pres">
      <dgm:prSet presAssocID="{4DB6CB8C-8063-4BAC-8368-314F58DE48FE}" presName="hierRoot1" presStyleCnt="0">
        <dgm:presLayoutVars>
          <dgm:hierBranch val="init"/>
        </dgm:presLayoutVars>
      </dgm:prSet>
      <dgm:spPr/>
    </dgm:pt>
    <dgm:pt modelId="{5187E488-F6D2-4292-A06F-45ACD7D86149}" type="pres">
      <dgm:prSet presAssocID="{4DB6CB8C-8063-4BAC-8368-314F58DE48FE}" presName="rootComposite1" presStyleCnt="0"/>
      <dgm:spPr/>
    </dgm:pt>
    <dgm:pt modelId="{8E5EC8D3-D8DC-488B-811F-E4A5A2E5FAEE}" type="pres">
      <dgm:prSet presAssocID="{4DB6CB8C-8063-4BAC-8368-314F58DE48FE}" presName="rootText1" presStyleLbl="node0" presStyleIdx="0" presStyleCnt="1">
        <dgm:presLayoutVars>
          <dgm:chPref val="3"/>
        </dgm:presLayoutVars>
      </dgm:prSet>
      <dgm:spPr/>
    </dgm:pt>
    <dgm:pt modelId="{BD8C3D88-F6BA-4DAA-8A1F-5BD2075E0ADD}" type="pres">
      <dgm:prSet presAssocID="{4DB6CB8C-8063-4BAC-8368-314F58DE48FE}" presName="rootConnector1" presStyleLbl="node1" presStyleIdx="0" presStyleCnt="0"/>
      <dgm:spPr/>
    </dgm:pt>
    <dgm:pt modelId="{7A44E8B7-85EE-49E6-B864-54CB520F9695}" type="pres">
      <dgm:prSet presAssocID="{4DB6CB8C-8063-4BAC-8368-314F58DE48FE}" presName="hierChild2" presStyleCnt="0"/>
      <dgm:spPr/>
    </dgm:pt>
    <dgm:pt modelId="{06912558-07BA-4DC5-A670-D47C53A3ACCF}" type="pres">
      <dgm:prSet presAssocID="{30D7485A-DB7E-4447-A6EC-866A583C67E0}" presName="Name37" presStyleLbl="parChTrans1D2" presStyleIdx="0" presStyleCnt="6"/>
      <dgm:spPr/>
    </dgm:pt>
    <dgm:pt modelId="{696305A1-345D-43E4-9522-85B79DB039C6}" type="pres">
      <dgm:prSet presAssocID="{DB4351FF-481C-4E62-A4E5-6DFD3E09850B}" presName="hierRoot2" presStyleCnt="0">
        <dgm:presLayoutVars>
          <dgm:hierBranch val="init"/>
        </dgm:presLayoutVars>
      </dgm:prSet>
      <dgm:spPr/>
    </dgm:pt>
    <dgm:pt modelId="{77D322F5-DC25-45F7-862C-B1850B3A53F9}" type="pres">
      <dgm:prSet presAssocID="{DB4351FF-481C-4E62-A4E5-6DFD3E09850B}" presName="rootComposite" presStyleCnt="0"/>
      <dgm:spPr/>
    </dgm:pt>
    <dgm:pt modelId="{A08F579E-5058-46C2-9270-FBF1E32A5837}" type="pres">
      <dgm:prSet presAssocID="{DB4351FF-481C-4E62-A4E5-6DFD3E09850B}" presName="rootText" presStyleLbl="node2" presStyleIdx="0" presStyleCnt="6">
        <dgm:presLayoutVars>
          <dgm:chPref val="3"/>
        </dgm:presLayoutVars>
      </dgm:prSet>
      <dgm:spPr/>
    </dgm:pt>
    <dgm:pt modelId="{477BECDF-69DD-45A1-B50F-D7B4674AA43F}" type="pres">
      <dgm:prSet presAssocID="{DB4351FF-481C-4E62-A4E5-6DFD3E09850B}" presName="rootConnector" presStyleLbl="node2" presStyleIdx="0" presStyleCnt="6"/>
      <dgm:spPr/>
    </dgm:pt>
    <dgm:pt modelId="{F427E566-0F32-4E66-83C4-0002C7481F7A}" type="pres">
      <dgm:prSet presAssocID="{DB4351FF-481C-4E62-A4E5-6DFD3E09850B}" presName="hierChild4" presStyleCnt="0"/>
      <dgm:spPr/>
    </dgm:pt>
    <dgm:pt modelId="{FCEA03E7-6E3B-4BA8-B708-C1676DF861B2}" type="pres">
      <dgm:prSet presAssocID="{DDF170A2-1335-497B-9CC7-1F98FB905FAC}" presName="Name37" presStyleLbl="parChTrans1D3" presStyleIdx="0" presStyleCnt="19"/>
      <dgm:spPr/>
    </dgm:pt>
    <dgm:pt modelId="{F91ABC06-7270-459D-9DAD-A206A58CABE9}" type="pres">
      <dgm:prSet presAssocID="{007BC1DA-1331-4CFE-A69A-0EE6E9C4DFE3}" presName="hierRoot2" presStyleCnt="0">
        <dgm:presLayoutVars>
          <dgm:hierBranch val="init"/>
        </dgm:presLayoutVars>
      </dgm:prSet>
      <dgm:spPr/>
    </dgm:pt>
    <dgm:pt modelId="{92B1AF57-47A1-4DC3-8492-79AFE3D40625}" type="pres">
      <dgm:prSet presAssocID="{007BC1DA-1331-4CFE-A69A-0EE6E9C4DFE3}" presName="rootComposite" presStyleCnt="0"/>
      <dgm:spPr/>
    </dgm:pt>
    <dgm:pt modelId="{16594296-223F-4B8E-939B-C5BD56D49B40}" type="pres">
      <dgm:prSet presAssocID="{007BC1DA-1331-4CFE-A69A-0EE6E9C4DFE3}" presName="rootText" presStyleLbl="node3" presStyleIdx="0" presStyleCnt="19">
        <dgm:presLayoutVars>
          <dgm:chPref val="3"/>
        </dgm:presLayoutVars>
      </dgm:prSet>
      <dgm:spPr/>
    </dgm:pt>
    <dgm:pt modelId="{0D972E34-4DE7-4B8A-9A67-7DEFF4657897}" type="pres">
      <dgm:prSet presAssocID="{007BC1DA-1331-4CFE-A69A-0EE6E9C4DFE3}" presName="rootConnector" presStyleLbl="node3" presStyleIdx="0" presStyleCnt="19"/>
      <dgm:spPr/>
    </dgm:pt>
    <dgm:pt modelId="{5C158740-5D78-4D68-B70D-FFA4332899A0}" type="pres">
      <dgm:prSet presAssocID="{007BC1DA-1331-4CFE-A69A-0EE6E9C4DFE3}" presName="hierChild4" presStyleCnt="0"/>
      <dgm:spPr/>
    </dgm:pt>
    <dgm:pt modelId="{07D989EA-A4FC-4EEA-989F-A8367CE13451}" type="pres">
      <dgm:prSet presAssocID="{007BC1DA-1331-4CFE-A69A-0EE6E9C4DFE3}" presName="hierChild5" presStyleCnt="0"/>
      <dgm:spPr/>
    </dgm:pt>
    <dgm:pt modelId="{4735CD5D-4BFB-45B0-9F9F-82AAB249BB50}" type="pres">
      <dgm:prSet presAssocID="{51836CE1-9EE1-4181-81F1-E2F4A585B4E0}" presName="Name37" presStyleLbl="parChTrans1D3" presStyleIdx="1" presStyleCnt="19"/>
      <dgm:spPr/>
    </dgm:pt>
    <dgm:pt modelId="{F35BA739-0B7E-4864-9C90-01299CDEA060}" type="pres">
      <dgm:prSet presAssocID="{1C2B6AEF-1A1A-4B2D-82F3-52BB86662DCE}" presName="hierRoot2" presStyleCnt="0">
        <dgm:presLayoutVars>
          <dgm:hierBranch val="init"/>
        </dgm:presLayoutVars>
      </dgm:prSet>
      <dgm:spPr/>
    </dgm:pt>
    <dgm:pt modelId="{C01FFE40-70AF-4481-9765-C9F815DDE881}" type="pres">
      <dgm:prSet presAssocID="{1C2B6AEF-1A1A-4B2D-82F3-52BB86662DCE}" presName="rootComposite" presStyleCnt="0"/>
      <dgm:spPr/>
    </dgm:pt>
    <dgm:pt modelId="{41260A86-5D39-4833-AFDB-BA950C0CEC80}" type="pres">
      <dgm:prSet presAssocID="{1C2B6AEF-1A1A-4B2D-82F3-52BB86662DCE}" presName="rootText" presStyleLbl="node3" presStyleIdx="1" presStyleCnt="19">
        <dgm:presLayoutVars>
          <dgm:chPref val="3"/>
        </dgm:presLayoutVars>
      </dgm:prSet>
      <dgm:spPr/>
    </dgm:pt>
    <dgm:pt modelId="{151E6D43-9CE4-48BF-B4AA-8732993D6598}" type="pres">
      <dgm:prSet presAssocID="{1C2B6AEF-1A1A-4B2D-82F3-52BB86662DCE}" presName="rootConnector" presStyleLbl="node3" presStyleIdx="1" presStyleCnt="19"/>
      <dgm:spPr/>
    </dgm:pt>
    <dgm:pt modelId="{474B332E-C357-4F8C-9D13-054464BE9916}" type="pres">
      <dgm:prSet presAssocID="{1C2B6AEF-1A1A-4B2D-82F3-52BB86662DCE}" presName="hierChild4" presStyleCnt="0"/>
      <dgm:spPr/>
    </dgm:pt>
    <dgm:pt modelId="{F613A61D-4FF5-4231-9163-065886819D8B}" type="pres">
      <dgm:prSet presAssocID="{1C2B6AEF-1A1A-4B2D-82F3-52BB86662DCE}" presName="hierChild5" presStyleCnt="0"/>
      <dgm:spPr/>
    </dgm:pt>
    <dgm:pt modelId="{B8755F61-679B-4E9B-B7B5-B16617AC8A12}" type="pres">
      <dgm:prSet presAssocID="{0D303EFD-E683-4FBC-819F-9B0D01040075}" presName="Name37" presStyleLbl="parChTrans1D3" presStyleIdx="2" presStyleCnt="19"/>
      <dgm:spPr/>
    </dgm:pt>
    <dgm:pt modelId="{365CAFD7-D80A-4A02-8A2B-F5761CC04D08}" type="pres">
      <dgm:prSet presAssocID="{D7178986-B16A-427A-98CD-D21657129A59}" presName="hierRoot2" presStyleCnt="0">
        <dgm:presLayoutVars>
          <dgm:hierBranch val="init"/>
        </dgm:presLayoutVars>
      </dgm:prSet>
      <dgm:spPr/>
    </dgm:pt>
    <dgm:pt modelId="{79C66A36-24B9-4FF0-8E9A-BAE1E5923120}" type="pres">
      <dgm:prSet presAssocID="{D7178986-B16A-427A-98CD-D21657129A59}" presName="rootComposite" presStyleCnt="0"/>
      <dgm:spPr/>
    </dgm:pt>
    <dgm:pt modelId="{7320E730-0233-46FB-B2B8-635444C0ED71}" type="pres">
      <dgm:prSet presAssocID="{D7178986-B16A-427A-98CD-D21657129A59}" presName="rootText" presStyleLbl="node3" presStyleIdx="2" presStyleCnt="19">
        <dgm:presLayoutVars>
          <dgm:chPref val="3"/>
        </dgm:presLayoutVars>
      </dgm:prSet>
      <dgm:spPr/>
    </dgm:pt>
    <dgm:pt modelId="{F0C878CC-19A3-41F5-9CCA-CF05E24158FC}" type="pres">
      <dgm:prSet presAssocID="{D7178986-B16A-427A-98CD-D21657129A59}" presName="rootConnector" presStyleLbl="node3" presStyleIdx="2" presStyleCnt="19"/>
      <dgm:spPr/>
    </dgm:pt>
    <dgm:pt modelId="{88A0D5DF-4492-4643-9FCA-6DBA7C0EC0A2}" type="pres">
      <dgm:prSet presAssocID="{D7178986-B16A-427A-98CD-D21657129A59}" presName="hierChild4" presStyleCnt="0"/>
      <dgm:spPr/>
    </dgm:pt>
    <dgm:pt modelId="{D55124E1-7665-47FF-883E-37C4AFD56A3D}" type="pres">
      <dgm:prSet presAssocID="{D7178986-B16A-427A-98CD-D21657129A59}" presName="hierChild5" presStyleCnt="0"/>
      <dgm:spPr/>
    </dgm:pt>
    <dgm:pt modelId="{2BDA1941-CF14-497C-BE73-BFC315B67793}" type="pres">
      <dgm:prSet presAssocID="{4B4CC4F7-2E78-4E54-B916-5ACD28096821}" presName="Name37" presStyleLbl="parChTrans1D3" presStyleIdx="3" presStyleCnt="19"/>
      <dgm:spPr/>
    </dgm:pt>
    <dgm:pt modelId="{97C252EA-C632-46D1-88F0-BD37C5C9D857}" type="pres">
      <dgm:prSet presAssocID="{D718EAFB-CE7D-4C73-A1D2-F1532F0ECC39}" presName="hierRoot2" presStyleCnt="0">
        <dgm:presLayoutVars>
          <dgm:hierBranch val="init"/>
        </dgm:presLayoutVars>
      </dgm:prSet>
      <dgm:spPr/>
    </dgm:pt>
    <dgm:pt modelId="{95AD8F72-9488-4C95-AC5F-663F92BB2C9E}" type="pres">
      <dgm:prSet presAssocID="{D718EAFB-CE7D-4C73-A1D2-F1532F0ECC39}" presName="rootComposite" presStyleCnt="0"/>
      <dgm:spPr/>
    </dgm:pt>
    <dgm:pt modelId="{3D091A6E-E123-4692-AB09-79A2D74B2D34}" type="pres">
      <dgm:prSet presAssocID="{D718EAFB-CE7D-4C73-A1D2-F1532F0ECC39}" presName="rootText" presStyleLbl="node3" presStyleIdx="3" presStyleCnt="19">
        <dgm:presLayoutVars>
          <dgm:chPref val="3"/>
        </dgm:presLayoutVars>
      </dgm:prSet>
      <dgm:spPr/>
    </dgm:pt>
    <dgm:pt modelId="{134FDE52-15EE-4C7A-AD2E-AEE9119CD69C}" type="pres">
      <dgm:prSet presAssocID="{D718EAFB-CE7D-4C73-A1D2-F1532F0ECC39}" presName="rootConnector" presStyleLbl="node3" presStyleIdx="3" presStyleCnt="19"/>
      <dgm:spPr/>
    </dgm:pt>
    <dgm:pt modelId="{CBE94267-68DB-4F0D-B447-2133743591F9}" type="pres">
      <dgm:prSet presAssocID="{D718EAFB-CE7D-4C73-A1D2-F1532F0ECC39}" presName="hierChild4" presStyleCnt="0"/>
      <dgm:spPr/>
    </dgm:pt>
    <dgm:pt modelId="{865C9A41-FC22-49B9-A0B5-57A441C6E5F1}" type="pres">
      <dgm:prSet presAssocID="{D718EAFB-CE7D-4C73-A1D2-F1532F0ECC39}" presName="hierChild5" presStyleCnt="0"/>
      <dgm:spPr/>
    </dgm:pt>
    <dgm:pt modelId="{7288C49C-A4E4-48F8-AC3A-3F1283FB715B}" type="pres">
      <dgm:prSet presAssocID="{DB4351FF-481C-4E62-A4E5-6DFD3E09850B}" presName="hierChild5" presStyleCnt="0"/>
      <dgm:spPr/>
    </dgm:pt>
    <dgm:pt modelId="{20230838-1394-4891-BB73-30AD5E610432}" type="pres">
      <dgm:prSet presAssocID="{329317C6-0F09-4C9C-AFD1-ECA1AD8D022A}" presName="Name37" presStyleLbl="parChTrans1D2" presStyleIdx="1" presStyleCnt="6"/>
      <dgm:spPr/>
    </dgm:pt>
    <dgm:pt modelId="{00951ED1-5B01-41EF-8354-D43137C87417}" type="pres">
      <dgm:prSet presAssocID="{E21E7829-B8A7-41DD-8B28-756B023E4E3F}" presName="hierRoot2" presStyleCnt="0">
        <dgm:presLayoutVars>
          <dgm:hierBranch val="init"/>
        </dgm:presLayoutVars>
      </dgm:prSet>
      <dgm:spPr/>
    </dgm:pt>
    <dgm:pt modelId="{AA7AB27B-6079-4CBF-8CBD-7A20C784EA92}" type="pres">
      <dgm:prSet presAssocID="{E21E7829-B8A7-41DD-8B28-756B023E4E3F}" presName="rootComposite" presStyleCnt="0"/>
      <dgm:spPr/>
    </dgm:pt>
    <dgm:pt modelId="{C4A09482-CD1A-4112-B934-D935EB8A9198}" type="pres">
      <dgm:prSet presAssocID="{E21E7829-B8A7-41DD-8B28-756B023E4E3F}" presName="rootText" presStyleLbl="node2" presStyleIdx="1" presStyleCnt="6">
        <dgm:presLayoutVars>
          <dgm:chPref val="3"/>
        </dgm:presLayoutVars>
      </dgm:prSet>
      <dgm:spPr/>
    </dgm:pt>
    <dgm:pt modelId="{C17D9C8B-31AC-4247-AA71-D5535461D73A}" type="pres">
      <dgm:prSet presAssocID="{E21E7829-B8A7-41DD-8B28-756B023E4E3F}" presName="rootConnector" presStyleLbl="node2" presStyleIdx="1" presStyleCnt="6"/>
      <dgm:spPr/>
    </dgm:pt>
    <dgm:pt modelId="{68EFD2FF-EB10-4832-817B-03E358222183}" type="pres">
      <dgm:prSet presAssocID="{E21E7829-B8A7-41DD-8B28-756B023E4E3F}" presName="hierChild4" presStyleCnt="0"/>
      <dgm:spPr/>
    </dgm:pt>
    <dgm:pt modelId="{E91CAE0F-FF70-4E28-9F3E-3B63C5932F3C}" type="pres">
      <dgm:prSet presAssocID="{10DAC058-633D-4E57-960B-D273F376130C}" presName="Name37" presStyleLbl="parChTrans1D3" presStyleIdx="4" presStyleCnt="19"/>
      <dgm:spPr/>
    </dgm:pt>
    <dgm:pt modelId="{B9088DA6-D292-4D20-80A0-182221C5CF6D}" type="pres">
      <dgm:prSet presAssocID="{41BE0620-D1D5-4412-A259-84BFB9B83ED5}" presName="hierRoot2" presStyleCnt="0">
        <dgm:presLayoutVars>
          <dgm:hierBranch val="init"/>
        </dgm:presLayoutVars>
      </dgm:prSet>
      <dgm:spPr/>
    </dgm:pt>
    <dgm:pt modelId="{B5A17542-B28D-45C7-9D9E-0BF7929A3492}" type="pres">
      <dgm:prSet presAssocID="{41BE0620-D1D5-4412-A259-84BFB9B83ED5}" presName="rootComposite" presStyleCnt="0"/>
      <dgm:spPr/>
    </dgm:pt>
    <dgm:pt modelId="{A4D3B09D-201D-4ED2-86ED-2F7E46C00679}" type="pres">
      <dgm:prSet presAssocID="{41BE0620-D1D5-4412-A259-84BFB9B83ED5}" presName="rootText" presStyleLbl="node3" presStyleIdx="4" presStyleCnt="19">
        <dgm:presLayoutVars>
          <dgm:chPref val="3"/>
        </dgm:presLayoutVars>
      </dgm:prSet>
      <dgm:spPr/>
    </dgm:pt>
    <dgm:pt modelId="{A54C7597-9883-4E9E-900D-093327DF74EC}" type="pres">
      <dgm:prSet presAssocID="{41BE0620-D1D5-4412-A259-84BFB9B83ED5}" presName="rootConnector" presStyleLbl="node3" presStyleIdx="4" presStyleCnt="19"/>
      <dgm:spPr/>
    </dgm:pt>
    <dgm:pt modelId="{899862C1-4E0E-4BB0-8565-33A70B15D9C2}" type="pres">
      <dgm:prSet presAssocID="{41BE0620-D1D5-4412-A259-84BFB9B83ED5}" presName="hierChild4" presStyleCnt="0"/>
      <dgm:spPr/>
    </dgm:pt>
    <dgm:pt modelId="{B437455D-EDAB-45A5-AF1F-E908A4556D96}" type="pres">
      <dgm:prSet presAssocID="{41BE0620-D1D5-4412-A259-84BFB9B83ED5}" presName="hierChild5" presStyleCnt="0"/>
      <dgm:spPr/>
    </dgm:pt>
    <dgm:pt modelId="{4E1508AF-CBFF-41F4-84CF-FF9B0BBD0127}" type="pres">
      <dgm:prSet presAssocID="{2A8392C5-540B-4671-B3A9-96F38F169571}" presName="Name37" presStyleLbl="parChTrans1D3" presStyleIdx="5" presStyleCnt="19"/>
      <dgm:spPr/>
    </dgm:pt>
    <dgm:pt modelId="{0F24BC87-61F8-41A7-841A-03A110BE679B}" type="pres">
      <dgm:prSet presAssocID="{4A8EE4FE-1044-4E54-A414-77DD30BDA1F5}" presName="hierRoot2" presStyleCnt="0">
        <dgm:presLayoutVars>
          <dgm:hierBranch val="init"/>
        </dgm:presLayoutVars>
      </dgm:prSet>
      <dgm:spPr/>
    </dgm:pt>
    <dgm:pt modelId="{CDA66F6C-C48C-4638-97A4-69DC81C6ED04}" type="pres">
      <dgm:prSet presAssocID="{4A8EE4FE-1044-4E54-A414-77DD30BDA1F5}" presName="rootComposite" presStyleCnt="0"/>
      <dgm:spPr/>
    </dgm:pt>
    <dgm:pt modelId="{638BBDA0-E4B9-449E-932D-03782D6F7ED7}" type="pres">
      <dgm:prSet presAssocID="{4A8EE4FE-1044-4E54-A414-77DD30BDA1F5}" presName="rootText" presStyleLbl="node3" presStyleIdx="5" presStyleCnt="19">
        <dgm:presLayoutVars>
          <dgm:chPref val="3"/>
        </dgm:presLayoutVars>
      </dgm:prSet>
      <dgm:spPr/>
    </dgm:pt>
    <dgm:pt modelId="{16DC5F34-34C4-4F7C-9728-697847E89A17}" type="pres">
      <dgm:prSet presAssocID="{4A8EE4FE-1044-4E54-A414-77DD30BDA1F5}" presName="rootConnector" presStyleLbl="node3" presStyleIdx="5" presStyleCnt="19"/>
      <dgm:spPr/>
    </dgm:pt>
    <dgm:pt modelId="{B5F3EE44-EEF7-4103-AA58-61BF0B8ABE4E}" type="pres">
      <dgm:prSet presAssocID="{4A8EE4FE-1044-4E54-A414-77DD30BDA1F5}" presName="hierChild4" presStyleCnt="0"/>
      <dgm:spPr/>
    </dgm:pt>
    <dgm:pt modelId="{044014FF-1D7C-4707-8378-E72349E3CC99}" type="pres">
      <dgm:prSet presAssocID="{4A8EE4FE-1044-4E54-A414-77DD30BDA1F5}" presName="hierChild5" presStyleCnt="0"/>
      <dgm:spPr/>
    </dgm:pt>
    <dgm:pt modelId="{C310027F-637D-4C2D-92FE-846AD486435C}" type="pres">
      <dgm:prSet presAssocID="{237F7BBA-13AE-4182-BC12-8BC929B1F286}" presName="Name37" presStyleLbl="parChTrans1D3" presStyleIdx="6" presStyleCnt="19"/>
      <dgm:spPr/>
    </dgm:pt>
    <dgm:pt modelId="{04CD4E75-2ACD-40FC-809F-86BCF3E80C24}" type="pres">
      <dgm:prSet presAssocID="{8702EEBA-D72A-4BC0-9802-7C0729A20E4C}" presName="hierRoot2" presStyleCnt="0">
        <dgm:presLayoutVars>
          <dgm:hierBranch val="init"/>
        </dgm:presLayoutVars>
      </dgm:prSet>
      <dgm:spPr/>
    </dgm:pt>
    <dgm:pt modelId="{B624E788-D918-4145-90D5-F94AEFA54EE0}" type="pres">
      <dgm:prSet presAssocID="{8702EEBA-D72A-4BC0-9802-7C0729A20E4C}" presName="rootComposite" presStyleCnt="0"/>
      <dgm:spPr/>
    </dgm:pt>
    <dgm:pt modelId="{59E0984B-5511-4DBF-8E1A-06C4F839ABAB}" type="pres">
      <dgm:prSet presAssocID="{8702EEBA-D72A-4BC0-9802-7C0729A20E4C}" presName="rootText" presStyleLbl="node3" presStyleIdx="6" presStyleCnt="19">
        <dgm:presLayoutVars>
          <dgm:chPref val="3"/>
        </dgm:presLayoutVars>
      </dgm:prSet>
      <dgm:spPr/>
    </dgm:pt>
    <dgm:pt modelId="{A51020CA-4010-4D5B-ADCE-24D57B35F765}" type="pres">
      <dgm:prSet presAssocID="{8702EEBA-D72A-4BC0-9802-7C0729A20E4C}" presName="rootConnector" presStyleLbl="node3" presStyleIdx="6" presStyleCnt="19"/>
      <dgm:spPr/>
    </dgm:pt>
    <dgm:pt modelId="{38CD61A6-4974-4B69-A519-8102AB167BA6}" type="pres">
      <dgm:prSet presAssocID="{8702EEBA-D72A-4BC0-9802-7C0729A20E4C}" presName="hierChild4" presStyleCnt="0"/>
      <dgm:spPr/>
    </dgm:pt>
    <dgm:pt modelId="{1B57B70A-1008-4240-B6E7-5798BCD5C2EF}" type="pres">
      <dgm:prSet presAssocID="{8702EEBA-D72A-4BC0-9802-7C0729A20E4C}" presName="hierChild5" presStyleCnt="0"/>
      <dgm:spPr/>
    </dgm:pt>
    <dgm:pt modelId="{934A59EA-9D18-47D0-8911-03E711D13534}" type="pres">
      <dgm:prSet presAssocID="{D6693930-344E-4308-8F1B-DECD7DD982C1}" presName="Name37" presStyleLbl="parChTrans1D3" presStyleIdx="7" presStyleCnt="19"/>
      <dgm:spPr/>
    </dgm:pt>
    <dgm:pt modelId="{0DE19AF9-D3D9-4A05-B4EF-095B49CC0ABC}" type="pres">
      <dgm:prSet presAssocID="{8B1A8049-06AC-4210-8E9E-AA81B346292D}" presName="hierRoot2" presStyleCnt="0">
        <dgm:presLayoutVars>
          <dgm:hierBranch val="init"/>
        </dgm:presLayoutVars>
      </dgm:prSet>
      <dgm:spPr/>
    </dgm:pt>
    <dgm:pt modelId="{233ECD2C-2035-4546-99BC-27E58AA712D2}" type="pres">
      <dgm:prSet presAssocID="{8B1A8049-06AC-4210-8E9E-AA81B346292D}" presName="rootComposite" presStyleCnt="0"/>
      <dgm:spPr/>
    </dgm:pt>
    <dgm:pt modelId="{97429BE9-C4D2-4648-9DE2-90AB168E00AA}" type="pres">
      <dgm:prSet presAssocID="{8B1A8049-06AC-4210-8E9E-AA81B346292D}" presName="rootText" presStyleLbl="node3" presStyleIdx="7" presStyleCnt="19">
        <dgm:presLayoutVars>
          <dgm:chPref val="3"/>
        </dgm:presLayoutVars>
      </dgm:prSet>
      <dgm:spPr/>
    </dgm:pt>
    <dgm:pt modelId="{6D1051D7-E4B9-4950-944E-332F08CEB73E}" type="pres">
      <dgm:prSet presAssocID="{8B1A8049-06AC-4210-8E9E-AA81B346292D}" presName="rootConnector" presStyleLbl="node3" presStyleIdx="7" presStyleCnt="19"/>
      <dgm:spPr/>
    </dgm:pt>
    <dgm:pt modelId="{91E9B4B5-2E02-4A69-A74A-2171F22554DA}" type="pres">
      <dgm:prSet presAssocID="{8B1A8049-06AC-4210-8E9E-AA81B346292D}" presName="hierChild4" presStyleCnt="0"/>
      <dgm:spPr/>
    </dgm:pt>
    <dgm:pt modelId="{B9908C1E-0ABC-44ED-80D0-7617A44C6199}" type="pres">
      <dgm:prSet presAssocID="{8B1A8049-06AC-4210-8E9E-AA81B346292D}" presName="hierChild5" presStyleCnt="0"/>
      <dgm:spPr/>
    </dgm:pt>
    <dgm:pt modelId="{ECA04F20-8094-4D4D-A47C-8CE3431C8441}" type="pres">
      <dgm:prSet presAssocID="{E21E7829-B8A7-41DD-8B28-756B023E4E3F}" presName="hierChild5" presStyleCnt="0"/>
      <dgm:spPr/>
    </dgm:pt>
    <dgm:pt modelId="{C4A02B1C-4FD5-4564-98DF-356ADAFF76A0}" type="pres">
      <dgm:prSet presAssocID="{21CE2744-B3E3-4674-AFF5-9D9818C7016B}" presName="Name37" presStyleLbl="parChTrans1D2" presStyleIdx="2" presStyleCnt="6"/>
      <dgm:spPr/>
    </dgm:pt>
    <dgm:pt modelId="{251B0640-B5C0-4762-A7B1-672C12DBFF32}" type="pres">
      <dgm:prSet presAssocID="{E519FB78-11D0-4887-9AAC-AE5248745BB3}" presName="hierRoot2" presStyleCnt="0">
        <dgm:presLayoutVars>
          <dgm:hierBranch val="init"/>
        </dgm:presLayoutVars>
      </dgm:prSet>
      <dgm:spPr/>
    </dgm:pt>
    <dgm:pt modelId="{ECDBDEEC-ECC0-40DF-AB7F-F0CA460A719E}" type="pres">
      <dgm:prSet presAssocID="{E519FB78-11D0-4887-9AAC-AE5248745BB3}" presName="rootComposite" presStyleCnt="0"/>
      <dgm:spPr/>
    </dgm:pt>
    <dgm:pt modelId="{5A31A64A-6FA2-44F6-A22D-A89FA53644E8}" type="pres">
      <dgm:prSet presAssocID="{E519FB78-11D0-4887-9AAC-AE5248745BB3}" presName="rootText" presStyleLbl="node2" presStyleIdx="2" presStyleCnt="6">
        <dgm:presLayoutVars>
          <dgm:chPref val="3"/>
        </dgm:presLayoutVars>
      </dgm:prSet>
      <dgm:spPr/>
    </dgm:pt>
    <dgm:pt modelId="{803B91C0-4DB2-46A6-B731-E8D73358CE1A}" type="pres">
      <dgm:prSet presAssocID="{E519FB78-11D0-4887-9AAC-AE5248745BB3}" presName="rootConnector" presStyleLbl="node2" presStyleIdx="2" presStyleCnt="6"/>
      <dgm:spPr/>
    </dgm:pt>
    <dgm:pt modelId="{EC098E78-5FF6-46D5-A595-1DDFBCEF0AB7}" type="pres">
      <dgm:prSet presAssocID="{E519FB78-11D0-4887-9AAC-AE5248745BB3}" presName="hierChild4" presStyleCnt="0"/>
      <dgm:spPr/>
    </dgm:pt>
    <dgm:pt modelId="{A3DB1FB2-D5B6-4590-8764-4DEE6EBAA63D}" type="pres">
      <dgm:prSet presAssocID="{9AAEE73A-594B-4494-A9B9-8C885C595955}" presName="Name37" presStyleLbl="parChTrans1D3" presStyleIdx="8" presStyleCnt="19"/>
      <dgm:spPr/>
    </dgm:pt>
    <dgm:pt modelId="{3BF4E149-CAA3-4011-A81B-7490FBDE599D}" type="pres">
      <dgm:prSet presAssocID="{96447D8B-CEEF-4F82-8ABF-41530323BC7D}" presName="hierRoot2" presStyleCnt="0">
        <dgm:presLayoutVars>
          <dgm:hierBranch val="init"/>
        </dgm:presLayoutVars>
      </dgm:prSet>
      <dgm:spPr/>
    </dgm:pt>
    <dgm:pt modelId="{35A6EEA4-FD8E-4C25-B72E-C4546B1430EE}" type="pres">
      <dgm:prSet presAssocID="{96447D8B-CEEF-4F82-8ABF-41530323BC7D}" presName="rootComposite" presStyleCnt="0"/>
      <dgm:spPr/>
    </dgm:pt>
    <dgm:pt modelId="{51E69664-61F8-4A79-A96B-C3DFB3DFDAA3}" type="pres">
      <dgm:prSet presAssocID="{96447D8B-CEEF-4F82-8ABF-41530323BC7D}" presName="rootText" presStyleLbl="node3" presStyleIdx="8" presStyleCnt="19">
        <dgm:presLayoutVars>
          <dgm:chPref val="3"/>
        </dgm:presLayoutVars>
      </dgm:prSet>
      <dgm:spPr/>
    </dgm:pt>
    <dgm:pt modelId="{4C3FD421-FBDE-499C-8394-F09D1B2C231F}" type="pres">
      <dgm:prSet presAssocID="{96447D8B-CEEF-4F82-8ABF-41530323BC7D}" presName="rootConnector" presStyleLbl="node3" presStyleIdx="8" presStyleCnt="19"/>
      <dgm:spPr/>
    </dgm:pt>
    <dgm:pt modelId="{510EF114-C697-4FCE-9340-F151E8ACD965}" type="pres">
      <dgm:prSet presAssocID="{96447D8B-CEEF-4F82-8ABF-41530323BC7D}" presName="hierChild4" presStyleCnt="0"/>
      <dgm:spPr/>
    </dgm:pt>
    <dgm:pt modelId="{C5861E07-A924-4497-85B3-96ACDEA9D9FF}" type="pres">
      <dgm:prSet presAssocID="{96447D8B-CEEF-4F82-8ABF-41530323BC7D}" presName="hierChild5" presStyleCnt="0"/>
      <dgm:spPr/>
    </dgm:pt>
    <dgm:pt modelId="{4B5ECCCC-F296-459D-888F-FF49555748CB}" type="pres">
      <dgm:prSet presAssocID="{CAEC7B25-849F-4684-A970-A1DA5BC800DA}" presName="Name37" presStyleLbl="parChTrans1D3" presStyleIdx="9" presStyleCnt="19"/>
      <dgm:spPr/>
    </dgm:pt>
    <dgm:pt modelId="{653E3547-8B1A-4417-9783-004CDA94AEAB}" type="pres">
      <dgm:prSet presAssocID="{584BDC5B-AB8D-4BAD-B137-BF6A87732F7D}" presName="hierRoot2" presStyleCnt="0">
        <dgm:presLayoutVars>
          <dgm:hierBranch val="init"/>
        </dgm:presLayoutVars>
      </dgm:prSet>
      <dgm:spPr/>
    </dgm:pt>
    <dgm:pt modelId="{883D289D-E3CE-4B7F-ADE1-771248468410}" type="pres">
      <dgm:prSet presAssocID="{584BDC5B-AB8D-4BAD-B137-BF6A87732F7D}" presName="rootComposite" presStyleCnt="0"/>
      <dgm:spPr/>
    </dgm:pt>
    <dgm:pt modelId="{5B1CA996-BCBE-4090-A2D6-C6AE781367FF}" type="pres">
      <dgm:prSet presAssocID="{584BDC5B-AB8D-4BAD-B137-BF6A87732F7D}" presName="rootText" presStyleLbl="node3" presStyleIdx="9" presStyleCnt="19">
        <dgm:presLayoutVars>
          <dgm:chPref val="3"/>
        </dgm:presLayoutVars>
      </dgm:prSet>
      <dgm:spPr/>
    </dgm:pt>
    <dgm:pt modelId="{835C2049-08B7-4223-9D89-734336F9690D}" type="pres">
      <dgm:prSet presAssocID="{584BDC5B-AB8D-4BAD-B137-BF6A87732F7D}" presName="rootConnector" presStyleLbl="node3" presStyleIdx="9" presStyleCnt="19"/>
      <dgm:spPr/>
    </dgm:pt>
    <dgm:pt modelId="{D13FD1D8-E88B-47FE-9BD3-A1C4B17F10C7}" type="pres">
      <dgm:prSet presAssocID="{584BDC5B-AB8D-4BAD-B137-BF6A87732F7D}" presName="hierChild4" presStyleCnt="0"/>
      <dgm:spPr/>
    </dgm:pt>
    <dgm:pt modelId="{32DE2ED8-D2B3-4CC3-B3DC-75F5F1229E64}" type="pres">
      <dgm:prSet presAssocID="{584BDC5B-AB8D-4BAD-B137-BF6A87732F7D}" presName="hierChild5" presStyleCnt="0"/>
      <dgm:spPr/>
    </dgm:pt>
    <dgm:pt modelId="{C70E1260-557D-46B5-B3C6-A6705BE96C5E}" type="pres">
      <dgm:prSet presAssocID="{30C6C010-0BA2-4752-B07F-C5184F08CE3B}" presName="Name37" presStyleLbl="parChTrans1D3" presStyleIdx="10" presStyleCnt="19"/>
      <dgm:spPr/>
    </dgm:pt>
    <dgm:pt modelId="{E59BC057-BA8C-4BBC-A3CA-5D2217EAD597}" type="pres">
      <dgm:prSet presAssocID="{D08A9F9E-48C6-4F02-B441-2D22483F49F4}" presName="hierRoot2" presStyleCnt="0">
        <dgm:presLayoutVars>
          <dgm:hierBranch val="init"/>
        </dgm:presLayoutVars>
      </dgm:prSet>
      <dgm:spPr/>
    </dgm:pt>
    <dgm:pt modelId="{75CC9BAC-6E2A-44CF-9C5B-30E9A8646F15}" type="pres">
      <dgm:prSet presAssocID="{D08A9F9E-48C6-4F02-B441-2D22483F49F4}" presName="rootComposite" presStyleCnt="0"/>
      <dgm:spPr/>
    </dgm:pt>
    <dgm:pt modelId="{9AE2CFF9-4DBA-455F-A72A-90056936A0B6}" type="pres">
      <dgm:prSet presAssocID="{D08A9F9E-48C6-4F02-B441-2D22483F49F4}" presName="rootText" presStyleLbl="node3" presStyleIdx="10" presStyleCnt="19">
        <dgm:presLayoutVars>
          <dgm:chPref val="3"/>
        </dgm:presLayoutVars>
      </dgm:prSet>
      <dgm:spPr/>
    </dgm:pt>
    <dgm:pt modelId="{40B5951F-4CA2-4BA3-B926-6C9637146DAA}" type="pres">
      <dgm:prSet presAssocID="{D08A9F9E-48C6-4F02-B441-2D22483F49F4}" presName="rootConnector" presStyleLbl="node3" presStyleIdx="10" presStyleCnt="19"/>
      <dgm:spPr/>
    </dgm:pt>
    <dgm:pt modelId="{4E958099-6A16-408F-A988-9CCD5BCE6FCB}" type="pres">
      <dgm:prSet presAssocID="{D08A9F9E-48C6-4F02-B441-2D22483F49F4}" presName="hierChild4" presStyleCnt="0"/>
      <dgm:spPr/>
    </dgm:pt>
    <dgm:pt modelId="{92F8F995-94C2-4CA8-B303-39F3849C46C4}" type="pres">
      <dgm:prSet presAssocID="{D08A9F9E-48C6-4F02-B441-2D22483F49F4}" presName="hierChild5" presStyleCnt="0"/>
      <dgm:spPr/>
    </dgm:pt>
    <dgm:pt modelId="{388BFC35-5526-493F-A101-C14E182C1C2C}" type="pres">
      <dgm:prSet presAssocID="{DD755063-C8A8-4B83-9C5C-F1CE6579E134}" presName="Name37" presStyleLbl="parChTrans1D3" presStyleIdx="11" presStyleCnt="19"/>
      <dgm:spPr/>
    </dgm:pt>
    <dgm:pt modelId="{AC4F7FF9-6673-4C9C-9161-6F1F999E58AD}" type="pres">
      <dgm:prSet presAssocID="{9DA6D7A2-9945-4A99-9698-C594C8E78236}" presName="hierRoot2" presStyleCnt="0">
        <dgm:presLayoutVars>
          <dgm:hierBranch val="init"/>
        </dgm:presLayoutVars>
      </dgm:prSet>
      <dgm:spPr/>
    </dgm:pt>
    <dgm:pt modelId="{86EF19E6-28E8-48D6-A01D-59B757BC245D}" type="pres">
      <dgm:prSet presAssocID="{9DA6D7A2-9945-4A99-9698-C594C8E78236}" presName="rootComposite" presStyleCnt="0"/>
      <dgm:spPr/>
    </dgm:pt>
    <dgm:pt modelId="{FE2DC9D0-0811-470D-AE97-8A35CA5CE1E3}" type="pres">
      <dgm:prSet presAssocID="{9DA6D7A2-9945-4A99-9698-C594C8E78236}" presName="rootText" presStyleLbl="node3" presStyleIdx="11" presStyleCnt="19">
        <dgm:presLayoutVars>
          <dgm:chPref val="3"/>
        </dgm:presLayoutVars>
      </dgm:prSet>
      <dgm:spPr/>
    </dgm:pt>
    <dgm:pt modelId="{0EBBB5DA-0199-46A5-97F9-34115E6D8A5B}" type="pres">
      <dgm:prSet presAssocID="{9DA6D7A2-9945-4A99-9698-C594C8E78236}" presName="rootConnector" presStyleLbl="node3" presStyleIdx="11" presStyleCnt="19"/>
      <dgm:spPr/>
    </dgm:pt>
    <dgm:pt modelId="{4C8D6DFD-6D7F-4E2E-A5B0-BD7D1AE43874}" type="pres">
      <dgm:prSet presAssocID="{9DA6D7A2-9945-4A99-9698-C594C8E78236}" presName="hierChild4" presStyleCnt="0"/>
      <dgm:spPr/>
    </dgm:pt>
    <dgm:pt modelId="{AC0BFEDE-D2F7-4DE0-B28D-FA19418D7322}" type="pres">
      <dgm:prSet presAssocID="{9DA6D7A2-9945-4A99-9698-C594C8E78236}" presName="hierChild5" presStyleCnt="0"/>
      <dgm:spPr/>
    </dgm:pt>
    <dgm:pt modelId="{0AFB9C11-EC12-4D78-951C-1D4538525E64}" type="pres">
      <dgm:prSet presAssocID="{88251622-4B52-4928-8D6A-51B7FAA369F0}" presName="Name37" presStyleLbl="parChTrans1D3" presStyleIdx="12" presStyleCnt="19"/>
      <dgm:spPr/>
    </dgm:pt>
    <dgm:pt modelId="{8A68F3A1-5907-407A-B921-985FB7A9EAFA}" type="pres">
      <dgm:prSet presAssocID="{2B8AB8A5-2096-4B15-ACF7-889D6BABDD36}" presName="hierRoot2" presStyleCnt="0">
        <dgm:presLayoutVars>
          <dgm:hierBranch val="init"/>
        </dgm:presLayoutVars>
      </dgm:prSet>
      <dgm:spPr/>
    </dgm:pt>
    <dgm:pt modelId="{9C185471-84F1-422E-A86A-4D86F77E30C2}" type="pres">
      <dgm:prSet presAssocID="{2B8AB8A5-2096-4B15-ACF7-889D6BABDD36}" presName="rootComposite" presStyleCnt="0"/>
      <dgm:spPr/>
    </dgm:pt>
    <dgm:pt modelId="{CA81F62B-F508-4DEF-B2C3-A94B6DDD55CD}" type="pres">
      <dgm:prSet presAssocID="{2B8AB8A5-2096-4B15-ACF7-889D6BABDD36}" presName="rootText" presStyleLbl="node3" presStyleIdx="12" presStyleCnt="19">
        <dgm:presLayoutVars>
          <dgm:chPref val="3"/>
        </dgm:presLayoutVars>
      </dgm:prSet>
      <dgm:spPr/>
    </dgm:pt>
    <dgm:pt modelId="{64095BCB-3AA0-4FD9-BC5B-C4CF1840BDF1}" type="pres">
      <dgm:prSet presAssocID="{2B8AB8A5-2096-4B15-ACF7-889D6BABDD36}" presName="rootConnector" presStyleLbl="node3" presStyleIdx="12" presStyleCnt="19"/>
      <dgm:spPr/>
    </dgm:pt>
    <dgm:pt modelId="{A0E4E786-08FF-4588-A094-0956468FC1D5}" type="pres">
      <dgm:prSet presAssocID="{2B8AB8A5-2096-4B15-ACF7-889D6BABDD36}" presName="hierChild4" presStyleCnt="0"/>
      <dgm:spPr/>
    </dgm:pt>
    <dgm:pt modelId="{C3374068-41D5-4847-B160-A96A4391D51A}" type="pres">
      <dgm:prSet presAssocID="{2B8AB8A5-2096-4B15-ACF7-889D6BABDD36}" presName="hierChild5" presStyleCnt="0"/>
      <dgm:spPr/>
    </dgm:pt>
    <dgm:pt modelId="{966CFB86-CA7D-46DD-BF19-F2C77B4CA8CD}" type="pres">
      <dgm:prSet presAssocID="{E519FB78-11D0-4887-9AAC-AE5248745BB3}" presName="hierChild5" presStyleCnt="0"/>
      <dgm:spPr/>
    </dgm:pt>
    <dgm:pt modelId="{FEB64740-14F9-44C8-B6B7-CA05B97A7F86}" type="pres">
      <dgm:prSet presAssocID="{0C9A6A7E-3AD8-429E-9ABE-6DBC9AD2F1A3}" presName="Name37" presStyleLbl="parChTrans1D2" presStyleIdx="3" presStyleCnt="6"/>
      <dgm:spPr/>
    </dgm:pt>
    <dgm:pt modelId="{FE186DF9-902B-40F6-A8C8-1F3F09A0251A}" type="pres">
      <dgm:prSet presAssocID="{F875851E-404D-484F-857B-AFDC9BC6A412}" presName="hierRoot2" presStyleCnt="0">
        <dgm:presLayoutVars>
          <dgm:hierBranch val="init"/>
        </dgm:presLayoutVars>
      </dgm:prSet>
      <dgm:spPr/>
    </dgm:pt>
    <dgm:pt modelId="{F3963A61-A48D-4EA3-98D6-B26F0EC9D19D}" type="pres">
      <dgm:prSet presAssocID="{F875851E-404D-484F-857B-AFDC9BC6A412}" presName="rootComposite" presStyleCnt="0"/>
      <dgm:spPr/>
    </dgm:pt>
    <dgm:pt modelId="{C7993467-842B-4737-8790-7EAA156E569A}" type="pres">
      <dgm:prSet presAssocID="{F875851E-404D-484F-857B-AFDC9BC6A412}" presName="rootText" presStyleLbl="node2" presStyleIdx="3" presStyleCnt="6">
        <dgm:presLayoutVars>
          <dgm:chPref val="3"/>
        </dgm:presLayoutVars>
      </dgm:prSet>
      <dgm:spPr/>
    </dgm:pt>
    <dgm:pt modelId="{63FE40A6-E118-4025-BE4A-7108D6A53851}" type="pres">
      <dgm:prSet presAssocID="{F875851E-404D-484F-857B-AFDC9BC6A412}" presName="rootConnector" presStyleLbl="node2" presStyleIdx="3" presStyleCnt="6"/>
      <dgm:spPr/>
    </dgm:pt>
    <dgm:pt modelId="{DE3C13AC-BCA2-43AE-8F5D-74FD4943C70A}" type="pres">
      <dgm:prSet presAssocID="{F875851E-404D-484F-857B-AFDC9BC6A412}" presName="hierChild4" presStyleCnt="0"/>
      <dgm:spPr/>
    </dgm:pt>
    <dgm:pt modelId="{E143EC16-DC6A-4D0B-AB36-38C393AD5D14}" type="pres">
      <dgm:prSet presAssocID="{A9A1C275-4686-4ABD-BC85-FE6228E1FC6E}" presName="Name37" presStyleLbl="parChTrans1D3" presStyleIdx="13" presStyleCnt="19"/>
      <dgm:spPr/>
    </dgm:pt>
    <dgm:pt modelId="{77FC6437-E5C8-4B4C-9A56-20904352759F}" type="pres">
      <dgm:prSet presAssocID="{7F5036C8-2054-45C0-8AC3-DEF34443A77B}" presName="hierRoot2" presStyleCnt="0">
        <dgm:presLayoutVars>
          <dgm:hierBranch val="init"/>
        </dgm:presLayoutVars>
      </dgm:prSet>
      <dgm:spPr/>
    </dgm:pt>
    <dgm:pt modelId="{72E22FCA-8447-4C3F-99D1-8FE33FDE9516}" type="pres">
      <dgm:prSet presAssocID="{7F5036C8-2054-45C0-8AC3-DEF34443A77B}" presName="rootComposite" presStyleCnt="0"/>
      <dgm:spPr/>
    </dgm:pt>
    <dgm:pt modelId="{E7EF44A6-33EE-4554-8E88-AE3B57419A0F}" type="pres">
      <dgm:prSet presAssocID="{7F5036C8-2054-45C0-8AC3-DEF34443A77B}" presName="rootText" presStyleLbl="node3" presStyleIdx="13" presStyleCnt="19">
        <dgm:presLayoutVars>
          <dgm:chPref val="3"/>
        </dgm:presLayoutVars>
      </dgm:prSet>
      <dgm:spPr/>
    </dgm:pt>
    <dgm:pt modelId="{5021C6A9-9170-4575-A7D6-AB8FE927A454}" type="pres">
      <dgm:prSet presAssocID="{7F5036C8-2054-45C0-8AC3-DEF34443A77B}" presName="rootConnector" presStyleLbl="node3" presStyleIdx="13" presStyleCnt="19"/>
      <dgm:spPr/>
    </dgm:pt>
    <dgm:pt modelId="{2DA83F13-5BED-43CF-9F57-BDFDB669416D}" type="pres">
      <dgm:prSet presAssocID="{7F5036C8-2054-45C0-8AC3-DEF34443A77B}" presName="hierChild4" presStyleCnt="0"/>
      <dgm:spPr/>
    </dgm:pt>
    <dgm:pt modelId="{D1CB3E4B-5899-4F07-8E7C-4F3D5E4DF81B}" type="pres">
      <dgm:prSet presAssocID="{7F5036C8-2054-45C0-8AC3-DEF34443A77B}" presName="hierChild5" presStyleCnt="0"/>
      <dgm:spPr/>
    </dgm:pt>
    <dgm:pt modelId="{02254AE9-6021-45F3-B759-E5DFA7ABAA41}" type="pres">
      <dgm:prSet presAssocID="{F875851E-404D-484F-857B-AFDC9BC6A412}" presName="hierChild5" presStyleCnt="0"/>
      <dgm:spPr/>
    </dgm:pt>
    <dgm:pt modelId="{58582CF7-FD71-4598-9898-0A41A24722A0}" type="pres">
      <dgm:prSet presAssocID="{D5375C08-E7A5-4986-B9D3-324256567E44}" presName="Name37" presStyleLbl="parChTrans1D2" presStyleIdx="4" presStyleCnt="6"/>
      <dgm:spPr/>
    </dgm:pt>
    <dgm:pt modelId="{196A1F7A-5223-4E21-A63D-E0C5337B84C2}" type="pres">
      <dgm:prSet presAssocID="{59103912-0B3F-4CFB-9570-DD0AE93F525F}" presName="hierRoot2" presStyleCnt="0">
        <dgm:presLayoutVars>
          <dgm:hierBranch val="init"/>
        </dgm:presLayoutVars>
      </dgm:prSet>
      <dgm:spPr/>
    </dgm:pt>
    <dgm:pt modelId="{88686BB9-9880-4139-9D3A-0B53F83E4683}" type="pres">
      <dgm:prSet presAssocID="{59103912-0B3F-4CFB-9570-DD0AE93F525F}" presName="rootComposite" presStyleCnt="0"/>
      <dgm:spPr/>
    </dgm:pt>
    <dgm:pt modelId="{2F79B1E4-A509-42B5-BE09-FA25E8ABA61B}" type="pres">
      <dgm:prSet presAssocID="{59103912-0B3F-4CFB-9570-DD0AE93F525F}" presName="rootText" presStyleLbl="node2" presStyleIdx="4" presStyleCnt="6">
        <dgm:presLayoutVars>
          <dgm:chPref val="3"/>
        </dgm:presLayoutVars>
      </dgm:prSet>
      <dgm:spPr/>
    </dgm:pt>
    <dgm:pt modelId="{9CAB4967-21B5-4753-8DDD-B198189683CE}" type="pres">
      <dgm:prSet presAssocID="{59103912-0B3F-4CFB-9570-DD0AE93F525F}" presName="rootConnector" presStyleLbl="node2" presStyleIdx="4" presStyleCnt="6"/>
      <dgm:spPr/>
    </dgm:pt>
    <dgm:pt modelId="{B3B07DB1-ED12-4B76-BA6B-352F6AF2B73A}" type="pres">
      <dgm:prSet presAssocID="{59103912-0B3F-4CFB-9570-DD0AE93F525F}" presName="hierChild4" presStyleCnt="0"/>
      <dgm:spPr/>
    </dgm:pt>
    <dgm:pt modelId="{9E362B50-B04B-4C49-AFB1-92355655EA61}" type="pres">
      <dgm:prSet presAssocID="{AB8F7B63-0351-46B8-82E6-A307655D14B5}" presName="Name37" presStyleLbl="parChTrans1D3" presStyleIdx="14" presStyleCnt="19"/>
      <dgm:spPr/>
    </dgm:pt>
    <dgm:pt modelId="{5CF7C8D6-C957-47A1-95AA-F16A8C3F597F}" type="pres">
      <dgm:prSet presAssocID="{088CA2DA-A598-42D2-8D86-957E9513A3F0}" presName="hierRoot2" presStyleCnt="0">
        <dgm:presLayoutVars>
          <dgm:hierBranch val="init"/>
        </dgm:presLayoutVars>
      </dgm:prSet>
      <dgm:spPr/>
    </dgm:pt>
    <dgm:pt modelId="{12A013B2-C91C-4E1C-A796-61EE0DF7EC41}" type="pres">
      <dgm:prSet presAssocID="{088CA2DA-A598-42D2-8D86-957E9513A3F0}" presName="rootComposite" presStyleCnt="0"/>
      <dgm:spPr/>
    </dgm:pt>
    <dgm:pt modelId="{7EBD7E4A-8E34-4179-87B9-A52907DB63B8}" type="pres">
      <dgm:prSet presAssocID="{088CA2DA-A598-42D2-8D86-957E9513A3F0}" presName="rootText" presStyleLbl="node3" presStyleIdx="14" presStyleCnt="19">
        <dgm:presLayoutVars>
          <dgm:chPref val="3"/>
        </dgm:presLayoutVars>
      </dgm:prSet>
      <dgm:spPr/>
    </dgm:pt>
    <dgm:pt modelId="{8BB6B17F-CD5E-4606-8FDD-C37FDB5A93C5}" type="pres">
      <dgm:prSet presAssocID="{088CA2DA-A598-42D2-8D86-957E9513A3F0}" presName="rootConnector" presStyleLbl="node3" presStyleIdx="14" presStyleCnt="19"/>
      <dgm:spPr/>
    </dgm:pt>
    <dgm:pt modelId="{2705ADAE-5F06-42A1-B479-AE31BEC36ABA}" type="pres">
      <dgm:prSet presAssocID="{088CA2DA-A598-42D2-8D86-957E9513A3F0}" presName="hierChild4" presStyleCnt="0"/>
      <dgm:spPr/>
    </dgm:pt>
    <dgm:pt modelId="{29B93BEB-6AC3-4F91-A928-914E38AC21FA}" type="pres">
      <dgm:prSet presAssocID="{088CA2DA-A598-42D2-8D86-957E9513A3F0}" presName="hierChild5" presStyleCnt="0"/>
      <dgm:spPr/>
    </dgm:pt>
    <dgm:pt modelId="{DB6894A9-9855-4C13-815C-8AD1F5FFBDDA}" type="pres">
      <dgm:prSet presAssocID="{BA95308E-CA80-456C-8639-DB748A460D02}" presName="Name37" presStyleLbl="parChTrans1D3" presStyleIdx="15" presStyleCnt="19"/>
      <dgm:spPr/>
    </dgm:pt>
    <dgm:pt modelId="{36FA83F3-ABB8-442D-9E31-EBE0173DFA64}" type="pres">
      <dgm:prSet presAssocID="{887F3D59-9E4E-4667-A6A4-534E2D638F39}" presName="hierRoot2" presStyleCnt="0">
        <dgm:presLayoutVars>
          <dgm:hierBranch val="init"/>
        </dgm:presLayoutVars>
      </dgm:prSet>
      <dgm:spPr/>
    </dgm:pt>
    <dgm:pt modelId="{0B4417D6-3426-4944-A500-0183687556AA}" type="pres">
      <dgm:prSet presAssocID="{887F3D59-9E4E-4667-A6A4-534E2D638F39}" presName="rootComposite" presStyleCnt="0"/>
      <dgm:spPr/>
    </dgm:pt>
    <dgm:pt modelId="{44E05D9D-8FAF-440B-9DDB-6CA64948586F}" type="pres">
      <dgm:prSet presAssocID="{887F3D59-9E4E-4667-A6A4-534E2D638F39}" presName="rootText" presStyleLbl="node3" presStyleIdx="15" presStyleCnt="19">
        <dgm:presLayoutVars>
          <dgm:chPref val="3"/>
        </dgm:presLayoutVars>
      </dgm:prSet>
      <dgm:spPr/>
    </dgm:pt>
    <dgm:pt modelId="{A667D5DB-5194-4A3F-9B4D-C534E2F2F6B4}" type="pres">
      <dgm:prSet presAssocID="{887F3D59-9E4E-4667-A6A4-534E2D638F39}" presName="rootConnector" presStyleLbl="node3" presStyleIdx="15" presStyleCnt="19"/>
      <dgm:spPr/>
    </dgm:pt>
    <dgm:pt modelId="{CF190106-6718-4565-B259-EF865E27DB91}" type="pres">
      <dgm:prSet presAssocID="{887F3D59-9E4E-4667-A6A4-534E2D638F39}" presName="hierChild4" presStyleCnt="0"/>
      <dgm:spPr/>
    </dgm:pt>
    <dgm:pt modelId="{C707D839-8C5F-4D11-961B-CBA599DC3403}" type="pres">
      <dgm:prSet presAssocID="{887F3D59-9E4E-4667-A6A4-534E2D638F39}" presName="hierChild5" presStyleCnt="0"/>
      <dgm:spPr/>
    </dgm:pt>
    <dgm:pt modelId="{54994BA3-7531-45B3-A418-168CF4361FDF}" type="pres">
      <dgm:prSet presAssocID="{59103912-0B3F-4CFB-9570-DD0AE93F525F}" presName="hierChild5" presStyleCnt="0"/>
      <dgm:spPr/>
    </dgm:pt>
    <dgm:pt modelId="{CF3BF6C1-6C62-4DF1-865B-4E2C494051AF}" type="pres">
      <dgm:prSet presAssocID="{F9DF414B-43F6-42EE-BF3C-455A036278FA}" presName="Name37" presStyleLbl="parChTrans1D2" presStyleIdx="5" presStyleCnt="6"/>
      <dgm:spPr/>
    </dgm:pt>
    <dgm:pt modelId="{7416738E-E291-4A4E-BDA2-280DB9A5592E}" type="pres">
      <dgm:prSet presAssocID="{7A3667FB-EAAC-4FF3-AA62-3AFFD59380F3}" presName="hierRoot2" presStyleCnt="0">
        <dgm:presLayoutVars>
          <dgm:hierBranch val="init"/>
        </dgm:presLayoutVars>
      </dgm:prSet>
      <dgm:spPr/>
    </dgm:pt>
    <dgm:pt modelId="{B01EEA53-9728-4F1B-9EC3-1B24264385A7}" type="pres">
      <dgm:prSet presAssocID="{7A3667FB-EAAC-4FF3-AA62-3AFFD59380F3}" presName="rootComposite" presStyleCnt="0"/>
      <dgm:spPr/>
    </dgm:pt>
    <dgm:pt modelId="{93D6D248-2AE9-4E69-952E-D4AFC83F2001}" type="pres">
      <dgm:prSet presAssocID="{7A3667FB-EAAC-4FF3-AA62-3AFFD59380F3}" presName="rootText" presStyleLbl="node2" presStyleIdx="5" presStyleCnt="6">
        <dgm:presLayoutVars>
          <dgm:chPref val="3"/>
        </dgm:presLayoutVars>
      </dgm:prSet>
      <dgm:spPr/>
    </dgm:pt>
    <dgm:pt modelId="{7BBA1BE2-5B8A-40BB-9C9A-AE83EA24DF93}" type="pres">
      <dgm:prSet presAssocID="{7A3667FB-EAAC-4FF3-AA62-3AFFD59380F3}" presName="rootConnector" presStyleLbl="node2" presStyleIdx="5" presStyleCnt="6"/>
      <dgm:spPr/>
    </dgm:pt>
    <dgm:pt modelId="{0C8C6D1A-0FEC-46D0-A754-1686B51ECA2E}" type="pres">
      <dgm:prSet presAssocID="{7A3667FB-EAAC-4FF3-AA62-3AFFD59380F3}" presName="hierChild4" presStyleCnt="0"/>
      <dgm:spPr/>
    </dgm:pt>
    <dgm:pt modelId="{193394F0-B7E7-4C71-8F12-98903B433ECF}" type="pres">
      <dgm:prSet presAssocID="{41791B42-43D4-4D38-BF4C-67738855DB5F}" presName="Name37" presStyleLbl="parChTrans1D3" presStyleIdx="16" presStyleCnt="19"/>
      <dgm:spPr/>
    </dgm:pt>
    <dgm:pt modelId="{81BF6650-5F1C-4D9A-84AE-3CC6DECEC405}" type="pres">
      <dgm:prSet presAssocID="{61EFB29F-094C-445A-A69C-486E9A5B28D7}" presName="hierRoot2" presStyleCnt="0">
        <dgm:presLayoutVars>
          <dgm:hierBranch val="init"/>
        </dgm:presLayoutVars>
      </dgm:prSet>
      <dgm:spPr/>
    </dgm:pt>
    <dgm:pt modelId="{62516325-5F17-45A7-A694-AF7DF8DD6E5B}" type="pres">
      <dgm:prSet presAssocID="{61EFB29F-094C-445A-A69C-486E9A5B28D7}" presName="rootComposite" presStyleCnt="0"/>
      <dgm:spPr/>
    </dgm:pt>
    <dgm:pt modelId="{C4FB20A3-B341-442C-9710-579B4D773919}" type="pres">
      <dgm:prSet presAssocID="{61EFB29F-094C-445A-A69C-486E9A5B28D7}" presName="rootText" presStyleLbl="node3" presStyleIdx="16" presStyleCnt="19">
        <dgm:presLayoutVars>
          <dgm:chPref val="3"/>
        </dgm:presLayoutVars>
      </dgm:prSet>
      <dgm:spPr/>
    </dgm:pt>
    <dgm:pt modelId="{9539DD7E-71AA-40CC-9CA1-79E88AD2C654}" type="pres">
      <dgm:prSet presAssocID="{61EFB29F-094C-445A-A69C-486E9A5B28D7}" presName="rootConnector" presStyleLbl="node3" presStyleIdx="16" presStyleCnt="19"/>
      <dgm:spPr/>
    </dgm:pt>
    <dgm:pt modelId="{57C6596D-A37D-4ACA-990B-53E0F9D5DB30}" type="pres">
      <dgm:prSet presAssocID="{61EFB29F-094C-445A-A69C-486E9A5B28D7}" presName="hierChild4" presStyleCnt="0"/>
      <dgm:spPr/>
    </dgm:pt>
    <dgm:pt modelId="{E462A824-A969-4EE6-827B-B8A58914F436}" type="pres">
      <dgm:prSet presAssocID="{61EFB29F-094C-445A-A69C-486E9A5B28D7}" presName="hierChild5" presStyleCnt="0"/>
      <dgm:spPr/>
    </dgm:pt>
    <dgm:pt modelId="{BA5786B5-85AA-411A-9ABC-8E979BD02448}" type="pres">
      <dgm:prSet presAssocID="{127CAF8F-3A94-4B31-B9E2-66D39391A7CE}" presName="Name37" presStyleLbl="parChTrans1D3" presStyleIdx="17" presStyleCnt="19"/>
      <dgm:spPr/>
    </dgm:pt>
    <dgm:pt modelId="{C0CC7398-54EB-41B2-AF8E-7AE162CD91A9}" type="pres">
      <dgm:prSet presAssocID="{8350A67A-0D8E-47C5-95BB-44329E41C1CD}" presName="hierRoot2" presStyleCnt="0">
        <dgm:presLayoutVars>
          <dgm:hierBranch val="init"/>
        </dgm:presLayoutVars>
      </dgm:prSet>
      <dgm:spPr/>
    </dgm:pt>
    <dgm:pt modelId="{FF047EAD-38C0-40CD-BB25-CF14780B155F}" type="pres">
      <dgm:prSet presAssocID="{8350A67A-0D8E-47C5-95BB-44329E41C1CD}" presName="rootComposite" presStyleCnt="0"/>
      <dgm:spPr/>
    </dgm:pt>
    <dgm:pt modelId="{D34700E2-9F48-4A3C-80B2-8683A8D53890}" type="pres">
      <dgm:prSet presAssocID="{8350A67A-0D8E-47C5-95BB-44329E41C1CD}" presName="rootText" presStyleLbl="node3" presStyleIdx="17" presStyleCnt="19">
        <dgm:presLayoutVars>
          <dgm:chPref val="3"/>
        </dgm:presLayoutVars>
      </dgm:prSet>
      <dgm:spPr/>
    </dgm:pt>
    <dgm:pt modelId="{A3924DCB-E7FE-4B93-BC20-CBABBEFE4AB3}" type="pres">
      <dgm:prSet presAssocID="{8350A67A-0D8E-47C5-95BB-44329E41C1CD}" presName="rootConnector" presStyleLbl="node3" presStyleIdx="17" presStyleCnt="19"/>
      <dgm:spPr/>
    </dgm:pt>
    <dgm:pt modelId="{38C895C3-F9E2-46B2-9389-9C50C58F1934}" type="pres">
      <dgm:prSet presAssocID="{8350A67A-0D8E-47C5-95BB-44329E41C1CD}" presName="hierChild4" presStyleCnt="0"/>
      <dgm:spPr/>
    </dgm:pt>
    <dgm:pt modelId="{71D3F255-7A20-4487-81D2-B14548EBC002}" type="pres">
      <dgm:prSet presAssocID="{8350A67A-0D8E-47C5-95BB-44329E41C1CD}" presName="hierChild5" presStyleCnt="0"/>
      <dgm:spPr/>
    </dgm:pt>
    <dgm:pt modelId="{8644D79A-4A52-42CE-9526-9F574CFA7C6C}" type="pres">
      <dgm:prSet presAssocID="{425FE7B9-4ECA-4E5F-89FC-B418AB94158B}" presName="Name37" presStyleLbl="parChTrans1D3" presStyleIdx="18" presStyleCnt="19"/>
      <dgm:spPr/>
    </dgm:pt>
    <dgm:pt modelId="{53483C22-97E2-49A4-B4BD-4C1CE89DF9F4}" type="pres">
      <dgm:prSet presAssocID="{5DB5F5FB-6F40-4238-938B-9B0C7E749FF8}" presName="hierRoot2" presStyleCnt="0">
        <dgm:presLayoutVars>
          <dgm:hierBranch val="init"/>
        </dgm:presLayoutVars>
      </dgm:prSet>
      <dgm:spPr/>
    </dgm:pt>
    <dgm:pt modelId="{2B54C76A-29E2-48EE-8002-B76E13510AFD}" type="pres">
      <dgm:prSet presAssocID="{5DB5F5FB-6F40-4238-938B-9B0C7E749FF8}" presName="rootComposite" presStyleCnt="0"/>
      <dgm:spPr/>
    </dgm:pt>
    <dgm:pt modelId="{3861686D-C769-4CF7-A5A9-ECE204A17143}" type="pres">
      <dgm:prSet presAssocID="{5DB5F5FB-6F40-4238-938B-9B0C7E749FF8}" presName="rootText" presStyleLbl="node3" presStyleIdx="18" presStyleCnt="19">
        <dgm:presLayoutVars>
          <dgm:chPref val="3"/>
        </dgm:presLayoutVars>
      </dgm:prSet>
      <dgm:spPr/>
    </dgm:pt>
    <dgm:pt modelId="{E8363B52-EA81-4E16-ADCC-3165C5823D06}" type="pres">
      <dgm:prSet presAssocID="{5DB5F5FB-6F40-4238-938B-9B0C7E749FF8}" presName="rootConnector" presStyleLbl="node3" presStyleIdx="18" presStyleCnt="19"/>
      <dgm:spPr/>
    </dgm:pt>
    <dgm:pt modelId="{1B870B04-023D-42A5-B8BF-9E10ED9B1250}" type="pres">
      <dgm:prSet presAssocID="{5DB5F5FB-6F40-4238-938B-9B0C7E749FF8}" presName="hierChild4" presStyleCnt="0"/>
      <dgm:spPr/>
    </dgm:pt>
    <dgm:pt modelId="{34105EF0-5482-4AFD-8D10-FA5BB9354EE1}" type="pres">
      <dgm:prSet presAssocID="{5DB5F5FB-6F40-4238-938B-9B0C7E749FF8}" presName="hierChild5" presStyleCnt="0"/>
      <dgm:spPr/>
    </dgm:pt>
    <dgm:pt modelId="{777EC0D1-D2A7-414F-8DCF-4544759D5A53}" type="pres">
      <dgm:prSet presAssocID="{7A3667FB-EAAC-4FF3-AA62-3AFFD59380F3}" presName="hierChild5" presStyleCnt="0"/>
      <dgm:spPr/>
    </dgm:pt>
    <dgm:pt modelId="{BDCD74A3-D31C-4307-881A-9B24136215F3}" type="pres">
      <dgm:prSet presAssocID="{4DB6CB8C-8063-4BAC-8368-314F58DE48FE}" presName="hierChild3" presStyleCnt="0"/>
      <dgm:spPr/>
    </dgm:pt>
  </dgm:ptLst>
  <dgm:cxnLst>
    <dgm:cxn modelId="{E16FA500-567F-420B-A388-F292377B9FDA}" type="presOf" srcId="{7A3667FB-EAAC-4FF3-AA62-3AFFD59380F3}" destId="{93D6D248-2AE9-4E69-952E-D4AFC83F2001}" srcOrd="0" destOrd="0" presId="urn:microsoft.com/office/officeart/2005/8/layout/orgChart1"/>
    <dgm:cxn modelId="{9978D900-5D26-42FA-90A8-3B2C5929D04E}" type="presOf" srcId="{D08A9F9E-48C6-4F02-B441-2D22483F49F4}" destId="{40B5951F-4CA2-4BA3-B926-6C9637146DAA}" srcOrd="1" destOrd="0" presId="urn:microsoft.com/office/officeart/2005/8/layout/orgChart1"/>
    <dgm:cxn modelId="{98B5DC01-F309-493C-B3F7-099382598CCC}" type="presOf" srcId="{8B1A8049-06AC-4210-8E9E-AA81B346292D}" destId="{97429BE9-C4D2-4648-9DE2-90AB168E00AA}" srcOrd="0" destOrd="0" presId="urn:microsoft.com/office/officeart/2005/8/layout/orgChart1"/>
    <dgm:cxn modelId="{C4FB0E02-FBE5-4EE8-B12C-7D90F00ECD50}" srcId="{F875851E-404D-484F-857B-AFDC9BC6A412}" destId="{7F5036C8-2054-45C0-8AC3-DEF34443A77B}" srcOrd="0" destOrd="0" parTransId="{A9A1C275-4686-4ABD-BC85-FE6228E1FC6E}" sibTransId="{34516BDB-3E20-42FA-8999-E406ED01C9AE}"/>
    <dgm:cxn modelId="{FE092402-E79C-41F3-8C57-EF6350D5C98B}" type="presOf" srcId="{329317C6-0F09-4C9C-AFD1-ECA1AD8D022A}" destId="{20230838-1394-4891-BB73-30AD5E610432}" srcOrd="0" destOrd="0" presId="urn:microsoft.com/office/officeart/2005/8/layout/orgChart1"/>
    <dgm:cxn modelId="{02086903-3E45-4524-9E95-19F0C634F5D5}" type="presOf" srcId="{4B4CC4F7-2E78-4E54-B916-5ACD28096821}" destId="{2BDA1941-CF14-497C-BE73-BFC315B67793}" srcOrd="0" destOrd="0" presId="urn:microsoft.com/office/officeart/2005/8/layout/orgChart1"/>
    <dgm:cxn modelId="{B007C503-C8F4-4F85-B9FA-1ADADB5684A4}" type="presOf" srcId="{088CA2DA-A598-42D2-8D86-957E9513A3F0}" destId="{8BB6B17F-CD5E-4606-8FDD-C37FDB5A93C5}" srcOrd="1" destOrd="0" presId="urn:microsoft.com/office/officeart/2005/8/layout/orgChart1"/>
    <dgm:cxn modelId="{0F64C605-0421-4B79-A7F1-0082E3A840FD}" type="presOf" srcId="{0D303EFD-E683-4FBC-819F-9B0D01040075}" destId="{B8755F61-679B-4E9B-B7B5-B16617AC8A12}" srcOrd="0" destOrd="0" presId="urn:microsoft.com/office/officeart/2005/8/layout/orgChart1"/>
    <dgm:cxn modelId="{34BA6206-D3AB-412A-B3C9-BB3630FC34F5}" type="presOf" srcId="{8350A67A-0D8E-47C5-95BB-44329E41C1CD}" destId="{A3924DCB-E7FE-4B93-BC20-CBABBEFE4AB3}" srcOrd="1" destOrd="0" presId="urn:microsoft.com/office/officeart/2005/8/layout/orgChart1"/>
    <dgm:cxn modelId="{0657FD08-6C46-48FD-A9D2-EC9C8B0C4E85}" srcId="{DB4351FF-481C-4E62-A4E5-6DFD3E09850B}" destId="{1C2B6AEF-1A1A-4B2D-82F3-52BB86662DCE}" srcOrd="1" destOrd="0" parTransId="{51836CE1-9EE1-4181-81F1-E2F4A585B4E0}" sibTransId="{F32CC0F9-B3B3-4E87-8AF9-1B3DD0DF3CCF}"/>
    <dgm:cxn modelId="{FC3BF70C-DA59-4DBA-9CD4-980B686CB873}" type="presOf" srcId="{F875851E-404D-484F-857B-AFDC9BC6A412}" destId="{63FE40A6-E118-4025-BE4A-7108D6A53851}" srcOrd="1" destOrd="0" presId="urn:microsoft.com/office/officeart/2005/8/layout/orgChart1"/>
    <dgm:cxn modelId="{E748700F-66CE-4B47-B9A4-692BBC4A0CA3}" type="presOf" srcId="{2B8AB8A5-2096-4B15-ACF7-889D6BABDD36}" destId="{64095BCB-3AA0-4FD9-BC5B-C4CF1840BDF1}" srcOrd="1" destOrd="0" presId="urn:microsoft.com/office/officeart/2005/8/layout/orgChart1"/>
    <dgm:cxn modelId="{84C10F12-F016-4374-ADCF-72F8E05BDB2E}" type="presOf" srcId="{8350A67A-0D8E-47C5-95BB-44329E41C1CD}" destId="{D34700E2-9F48-4A3C-80B2-8683A8D53890}" srcOrd="0" destOrd="0" presId="urn:microsoft.com/office/officeart/2005/8/layout/orgChart1"/>
    <dgm:cxn modelId="{CE8FC912-A4F7-4EC9-857B-3A395E8F802A}" srcId="{E21E7829-B8A7-41DD-8B28-756B023E4E3F}" destId="{8702EEBA-D72A-4BC0-9802-7C0729A20E4C}" srcOrd="2" destOrd="0" parTransId="{237F7BBA-13AE-4182-BC12-8BC929B1F286}" sibTransId="{8052B23D-8F4E-4B1C-810A-D20F0ED5491B}"/>
    <dgm:cxn modelId="{E4267B16-54DF-4242-9D68-D0960FB1AA9A}" type="presOf" srcId="{9DA6D7A2-9945-4A99-9698-C594C8E78236}" destId="{FE2DC9D0-0811-470D-AE97-8A35CA5CE1E3}" srcOrd="0" destOrd="0" presId="urn:microsoft.com/office/officeart/2005/8/layout/orgChart1"/>
    <dgm:cxn modelId="{F4533C1C-2D0B-49EB-97A3-B600FFC8FFC4}" srcId="{7A3667FB-EAAC-4FF3-AA62-3AFFD59380F3}" destId="{8350A67A-0D8E-47C5-95BB-44329E41C1CD}" srcOrd="1" destOrd="0" parTransId="{127CAF8F-3A94-4B31-B9E2-66D39391A7CE}" sibTransId="{AE6C60B2-244C-47E3-8F0B-5CE3CC87B48E}"/>
    <dgm:cxn modelId="{DDC3DF26-D781-4710-9CB0-F8C31B2BBB49}" type="presOf" srcId="{E519FB78-11D0-4887-9AAC-AE5248745BB3}" destId="{803B91C0-4DB2-46A6-B731-E8D73358CE1A}" srcOrd="1" destOrd="0" presId="urn:microsoft.com/office/officeart/2005/8/layout/orgChart1"/>
    <dgm:cxn modelId="{BAB58C2C-90A9-48BD-BD33-399D835AA37D}" type="presOf" srcId="{2B8AB8A5-2096-4B15-ACF7-889D6BABDD36}" destId="{CA81F62B-F508-4DEF-B2C3-A94B6DDD55CD}" srcOrd="0" destOrd="0" presId="urn:microsoft.com/office/officeart/2005/8/layout/orgChart1"/>
    <dgm:cxn modelId="{D8C2FD30-C4AF-4908-B916-A839C363E760}" type="presOf" srcId="{5DB5F5FB-6F40-4238-938B-9B0C7E749FF8}" destId="{3861686D-C769-4CF7-A5A9-ECE204A17143}" srcOrd="0" destOrd="0" presId="urn:microsoft.com/office/officeart/2005/8/layout/orgChart1"/>
    <dgm:cxn modelId="{5DEF8D31-670D-411D-9A5E-F6A07D4AB44C}" type="presOf" srcId="{41BE0620-D1D5-4412-A259-84BFB9B83ED5}" destId="{A4D3B09D-201D-4ED2-86ED-2F7E46C00679}" srcOrd="0" destOrd="0" presId="urn:microsoft.com/office/officeart/2005/8/layout/orgChart1"/>
    <dgm:cxn modelId="{1EF9E032-C47D-470F-ACEE-2544FDA30ADB}" type="presOf" srcId="{59103912-0B3F-4CFB-9570-DD0AE93F525F}" destId="{9CAB4967-21B5-4753-8DDD-B198189683CE}" srcOrd="1" destOrd="0" presId="urn:microsoft.com/office/officeart/2005/8/layout/orgChart1"/>
    <dgm:cxn modelId="{A319D336-ACF8-4D9B-A4B2-FF9F809AB487}" srcId="{4DB6CB8C-8063-4BAC-8368-314F58DE48FE}" destId="{DB4351FF-481C-4E62-A4E5-6DFD3E09850B}" srcOrd="0" destOrd="0" parTransId="{30D7485A-DB7E-4447-A6EC-866A583C67E0}" sibTransId="{F6DEFBC0-DBD5-46DF-9F8F-FFDE95AB6E3C}"/>
    <dgm:cxn modelId="{50D79239-5177-4D07-9A0B-C0403698A568}" type="presOf" srcId="{007BC1DA-1331-4CFE-A69A-0EE6E9C4DFE3}" destId="{16594296-223F-4B8E-939B-C5BD56D49B40}" srcOrd="0" destOrd="0" presId="urn:microsoft.com/office/officeart/2005/8/layout/orgChart1"/>
    <dgm:cxn modelId="{20B8773B-9271-4742-BA2E-002CE5E7B4BB}" type="presOf" srcId="{5DB5F5FB-6F40-4238-938B-9B0C7E749FF8}" destId="{E8363B52-EA81-4E16-ADCC-3165C5823D06}" srcOrd="1" destOrd="0" presId="urn:microsoft.com/office/officeart/2005/8/layout/orgChart1"/>
    <dgm:cxn modelId="{19E18F3D-59AC-4B7F-A015-86C1EBCF0171}" type="presOf" srcId="{D6693930-344E-4308-8F1B-DECD7DD982C1}" destId="{934A59EA-9D18-47D0-8911-03E711D13534}" srcOrd="0" destOrd="0" presId="urn:microsoft.com/office/officeart/2005/8/layout/orgChart1"/>
    <dgm:cxn modelId="{12C2A35B-1385-42EF-BF50-38E9FD8419CE}" srcId="{E21E7829-B8A7-41DD-8B28-756B023E4E3F}" destId="{8B1A8049-06AC-4210-8E9E-AA81B346292D}" srcOrd="3" destOrd="0" parTransId="{D6693930-344E-4308-8F1B-DECD7DD982C1}" sibTransId="{3E672DEB-14D3-4F12-9298-A2CDE5D3F02D}"/>
    <dgm:cxn modelId="{38677B5F-B6B9-49B7-9ED3-96198C8585B7}" srcId="{DB4351FF-481C-4E62-A4E5-6DFD3E09850B}" destId="{D7178986-B16A-427A-98CD-D21657129A59}" srcOrd="2" destOrd="0" parTransId="{0D303EFD-E683-4FBC-819F-9B0D01040075}" sibTransId="{511921AF-FF68-4BF5-8C99-301B3177FCEE}"/>
    <dgm:cxn modelId="{50FC2D41-B61F-41DC-B542-89A9A4811F3A}" type="presOf" srcId="{30C6C010-0BA2-4752-B07F-C5184F08CE3B}" destId="{C70E1260-557D-46B5-B3C6-A6705BE96C5E}" srcOrd="0" destOrd="0" presId="urn:microsoft.com/office/officeart/2005/8/layout/orgChart1"/>
    <dgm:cxn modelId="{5D2CCF65-8155-47E4-BC63-801A77A9BE7E}" srcId="{E519FB78-11D0-4887-9AAC-AE5248745BB3}" destId="{2B8AB8A5-2096-4B15-ACF7-889D6BABDD36}" srcOrd="4" destOrd="0" parTransId="{88251622-4B52-4928-8D6A-51B7FAA369F0}" sibTransId="{A78D3059-418E-4123-998B-2D5B349B617B}"/>
    <dgm:cxn modelId="{CCBFA169-0576-4BE9-9BF2-1A72664E909E}" type="presOf" srcId="{DB4351FF-481C-4E62-A4E5-6DFD3E09850B}" destId="{A08F579E-5058-46C2-9270-FBF1E32A5837}" srcOrd="0" destOrd="0" presId="urn:microsoft.com/office/officeart/2005/8/layout/orgChart1"/>
    <dgm:cxn modelId="{0C80F36A-86C7-4CC4-A27D-29AD9EDCACA0}" srcId="{7A3667FB-EAAC-4FF3-AA62-3AFFD59380F3}" destId="{5DB5F5FB-6F40-4238-938B-9B0C7E749FF8}" srcOrd="2" destOrd="0" parTransId="{425FE7B9-4ECA-4E5F-89FC-B418AB94158B}" sibTransId="{DA2ACFF1-FE85-48DE-B617-AA41CFFD2B77}"/>
    <dgm:cxn modelId="{7180494B-7B18-4919-BBBE-ED5B0A68B7C2}" type="presOf" srcId="{AB8F7B63-0351-46B8-82E6-A307655D14B5}" destId="{9E362B50-B04B-4C49-AFB1-92355655EA61}" srcOrd="0" destOrd="0" presId="urn:microsoft.com/office/officeart/2005/8/layout/orgChart1"/>
    <dgm:cxn modelId="{938D7A4D-0706-4F4F-91D4-B7EF9F78E0FE}" type="presOf" srcId="{61EFB29F-094C-445A-A69C-486E9A5B28D7}" destId="{9539DD7E-71AA-40CC-9CA1-79E88AD2C654}" srcOrd="1" destOrd="0" presId="urn:microsoft.com/office/officeart/2005/8/layout/orgChart1"/>
    <dgm:cxn modelId="{886DA34E-A5A7-4D34-B264-6C4FD8447C7C}" type="presOf" srcId="{4A8EE4FE-1044-4E54-A414-77DD30BDA1F5}" destId="{16DC5F34-34C4-4F7C-9728-697847E89A17}" srcOrd="1" destOrd="0" presId="urn:microsoft.com/office/officeart/2005/8/layout/orgChart1"/>
    <dgm:cxn modelId="{6DF4B350-B8DE-47C2-A4F8-CA5A97939FA4}" type="presOf" srcId="{D7178986-B16A-427A-98CD-D21657129A59}" destId="{F0C878CC-19A3-41F5-9CCA-CF05E24158FC}" srcOrd="1" destOrd="0" presId="urn:microsoft.com/office/officeart/2005/8/layout/orgChart1"/>
    <dgm:cxn modelId="{D0DA3952-EAB7-4408-A710-CDFBB1A20E70}" type="presOf" srcId="{96447D8B-CEEF-4F82-8ABF-41530323BC7D}" destId="{51E69664-61F8-4A79-A96B-C3DFB3DFDAA3}" srcOrd="0" destOrd="0" presId="urn:microsoft.com/office/officeart/2005/8/layout/orgChart1"/>
    <dgm:cxn modelId="{1CA3A172-1E91-481F-B32E-1E7BD2C9E38F}" type="presOf" srcId="{237F7BBA-13AE-4182-BC12-8BC929B1F286}" destId="{C310027F-637D-4C2D-92FE-846AD486435C}" srcOrd="0" destOrd="0" presId="urn:microsoft.com/office/officeart/2005/8/layout/orgChart1"/>
    <dgm:cxn modelId="{A714D652-E64E-4ABA-A6E9-0F7CA4665275}" type="presOf" srcId="{10DAC058-633D-4E57-960B-D273F376130C}" destId="{E91CAE0F-FF70-4E28-9F3E-3B63C5932F3C}" srcOrd="0" destOrd="0" presId="urn:microsoft.com/office/officeart/2005/8/layout/orgChart1"/>
    <dgm:cxn modelId="{EB4E1F53-2F90-41E0-9189-FD1469C57650}" srcId="{4DB6CB8C-8063-4BAC-8368-314F58DE48FE}" destId="{F875851E-404D-484F-857B-AFDC9BC6A412}" srcOrd="3" destOrd="0" parTransId="{0C9A6A7E-3AD8-429E-9ABE-6DBC9AD2F1A3}" sibTransId="{5C78FFC8-9CE1-428D-8DA1-5BE186645314}"/>
    <dgm:cxn modelId="{70BC4055-FD97-41BA-B528-E7FCB92A9B8F}" type="presOf" srcId="{9AAEE73A-594B-4494-A9B9-8C885C595955}" destId="{A3DB1FB2-D5B6-4590-8764-4DEE6EBAA63D}" srcOrd="0" destOrd="0" presId="urn:microsoft.com/office/officeart/2005/8/layout/orgChart1"/>
    <dgm:cxn modelId="{3CD49F55-0F0E-4D4F-B608-A8CDEFBF652C}" type="presOf" srcId="{8B1A8049-06AC-4210-8E9E-AA81B346292D}" destId="{6D1051D7-E4B9-4950-944E-332F08CEB73E}" srcOrd="1" destOrd="0" presId="urn:microsoft.com/office/officeart/2005/8/layout/orgChart1"/>
    <dgm:cxn modelId="{5C96FD5A-91BB-422A-96D2-F76B447F9EF8}" type="presOf" srcId="{51836CE1-9EE1-4181-81F1-E2F4A585B4E0}" destId="{4735CD5D-4BFB-45B0-9F9F-82AAB249BB50}" srcOrd="0" destOrd="0" presId="urn:microsoft.com/office/officeart/2005/8/layout/orgChart1"/>
    <dgm:cxn modelId="{4A34507E-B022-48AF-B604-CB8A035E44EE}" type="presOf" srcId="{59103912-0B3F-4CFB-9570-DD0AE93F525F}" destId="{2F79B1E4-A509-42B5-BE09-FA25E8ABA61B}" srcOrd="0" destOrd="0" presId="urn:microsoft.com/office/officeart/2005/8/layout/orgChart1"/>
    <dgm:cxn modelId="{F8E8D281-195A-4A12-999D-5FD9C51060DB}" type="presOf" srcId="{D718EAFB-CE7D-4C73-A1D2-F1532F0ECC39}" destId="{3D091A6E-E123-4692-AB09-79A2D74B2D34}" srcOrd="0" destOrd="0" presId="urn:microsoft.com/office/officeart/2005/8/layout/orgChart1"/>
    <dgm:cxn modelId="{4F8C5E88-E952-46CD-B13E-94F142345A6B}" srcId="{4DB6CB8C-8063-4BAC-8368-314F58DE48FE}" destId="{7A3667FB-EAAC-4FF3-AA62-3AFFD59380F3}" srcOrd="5" destOrd="0" parTransId="{F9DF414B-43F6-42EE-BF3C-455A036278FA}" sibTransId="{473197D1-3BB0-4993-98DC-C85FBA01D49F}"/>
    <dgm:cxn modelId="{6B11948A-DED1-4BAB-9763-CF5FE5962A9A}" type="presOf" srcId="{8702EEBA-D72A-4BC0-9802-7C0729A20E4C}" destId="{59E0984B-5511-4DBF-8E1A-06C4F839ABAB}" srcOrd="0" destOrd="0" presId="urn:microsoft.com/office/officeart/2005/8/layout/orgChart1"/>
    <dgm:cxn modelId="{B6EEE38B-DC3B-4081-B32C-0766BEA670E5}" srcId="{4DB6CB8C-8063-4BAC-8368-314F58DE48FE}" destId="{59103912-0B3F-4CFB-9570-DD0AE93F525F}" srcOrd="4" destOrd="0" parTransId="{D5375C08-E7A5-4986-B9D3-324256567E44}" sibTransId="{3FC4FA4B-F9AA-4660-956D-21E7D6B0E038}"/>
    <dgm:cxn modelId="{4FF4EF8B-9ED8-424C-82F9-1C21F7E2B08F}" srcId="{E519FB78-11D0-4887-9AAC-AE5248745BB3}" destId="{584BDC5B-AB8D-4BAD-B137-BF6A87732F7D}" srcOrd="1" destOrd="0" parTransId="{CAEC7B25-849F-4684-A970-A1DA5BC800DA}" sibTransId="{DE47505A-4940-41B3-9E5F-9C5807E3CA27}"/>
    <dgm:cxn modelId="{33E69E91-37E2-41AA-BB01-03E3B30236EB}" type="presOf" srcId="{D718EAFB-CE7D-4C73-A1D2-F1532F0ECC39}" destId="{134FDE52-15EE-4C7A-AD2E-AEE9119CD69C}" srcOrd="1" destOrd="0" presId="urn:microsoft.com/office/officeart/2005/8/layout/orgChart1"/>
    <dgm:cxn modelId="{708CB991-CA28-4B59-A804-3CF18FDEE457}" type="presOf" srcId="{088CA2DA-A598-42D2-8D86-957E9513A3F0}" destId="{7EBD7E4A-8E34-4179-87B9-A52907DB63B8}" srcOrd="0" destOrd="0" presId="urn:microsoft.com/office/officeart/2005/8/layout/orgChart1"/>
    <dgm:cxn modelId="{51B1B892-C621-416C-90ED-B4EC7717DB11}" srcId="{7A3667FB-EAAC-4FF3-AA62-3AFFD59380F3}" destId="{61EFB29F-094C-445A-A69C-486E9A5B28D7}" srcOrd="0" destOrd="0" parTransId="{41791B42-43D4-4D38-BF4C-67738855DB5F}" sibTransId="{63DBB6C2-FB89-48A1-B299-343584453B14}"/>
    <dgm:cxn modelId="{BAA24796-CE88-47BE-B3FD-3B05581070AA}" type="presOf" srcId="{11C5090E-A478-4596-9DC1-46952616AC16}" destId="{2FEB2D91-E4EC-4ADC-AD79-920680CDC00A}" srcOrd="0" destOrd="0" presId="urn:microsoft.com/office/officeart/2005/8/layout/orgChart1"/>
    <dgm:cxn modelId="{15E48B96-9E05-45D7-904A-1888640814FD}" srcId="{E21E7829-B8A7-41DD-8B28-756B023E4E3F}" destId="{41BE0620-D1D5-4412-A259-84BFB9B83ED5}" srcOrd="0" destOrd="0" parTransId="{10DAC058-633D-4E57-960B-D273F376130C}" sibTransId="{C1600312-3B06-4013-A7E4-B243EBC77F4D}"/>
    <dgm:cxn modelId="{4D16B599-90AF-46A9-B353-D57F2BCF537D}" srcId="{E519FB78-11D0-4887-9AAC-AE5248745BB3}" destId="{D08A9F9E-48C6-4F02-B441-2D22483F49F4}" srcOrd="2" destOrd="0" parTransId="{30C6C010-0BA2-4752-B07F-C5184F08CE3B}" sibTransId="{22483310-5C42-4E05-9718-D3C75E1A5B57}"/>
    <dgm:cxn modelId="{2AC8D39B-7DAC-4C4C-9CA6-1CC080FCFB90}" type="presOf" srcId="{DD755063-C8A8-4B83-9C5C-F1CE6579E134}" destId="{388BFC35-5526-493F-A101-C14E182C1C2C}" srcOrd="0" destOrd="0" presId="urn:microsoft.com/office/officeart/2005/8/layout/orgChart1"/>
    <dgm:cxn modelId="{B354969C-E38C-4752-9570-CE92AA0FFB31}" type="presOf" srcId="{425FE7B9-4ECA-4E5F-89FC-B418AB94158B}" destId="{8644D79A-4A52-42CE-9526-9F574CFA7C6C}" srcOrd="0" destOrd="0" presId="urn:microsoft.com/office/officeart/2005/8/layout/orgChart1"/>
    <dgm:cxn modelId="{0FDFE09E-01AB-4361-8B85-0B6D37F5ABF2}" srcId="{DB4351FF-481C-4E62-A4E5-6DFD3E09850B}" destId="{007BC1DA-1331-4CFE-A69A-0EE6E9C4DFE3}" srcOrd="0" destOrd="0" parTransId="{DDF170A2-1335-497B-9CC7-1F98FB905FAC}" sibTransId="{DE2DD274-F3E8-4507-B72B-B547ACB5EA3A}"/>
    <dgm:cxn modelId="{3724F89E-B395-449A-82D9-FFD44E541914}" type="presOf" srcId="{007BC1DA-1331-4CFE-A69A-0EE6E9C4DFE3}" destId="{0D972E34-4DE7-4B8A-9A67-7DEFF4657897}" srcOrd="1" destOrd="0" presId="urn:microsoft.com/office/officeart/2005/8/layout/orgChart1"/>
    <dgm:cxn modelId="{51B9649F-D12E-4DB4-BFC0-5228A1C0310C}" type="presOf" srcId="{4A8EE4FE-1044-4E54-A414-77DD30BDA1F5}" destId="{638BBDA0-E4B9-449E-932D-03782D6F7ED7}" srcOrd="0" destOrd="0" presId="urn:microsoft.com/office/officeart/2005/8/layout/orgChart1"/>
    <dgm:cxn modelId="{334D3EA0-A92B-4764-8AA8-FD087FDDC0CB}" type="presOf" srcId="{4DB6CB8C-8063-4BAC-8368-314F58DE48FE}" destId="{8E5EC8D3-D8DC-488B-811F-E4A5A2E5FAEE}" srcOrd="0" destOrd="0" presId="urn:microsoft.com/office/officeart/2005/8/layout/orgChart1"/>
    <dgm:cxn modelId="{8F7D4CA1-5274-4F44-A2D4-7D23E3A69B3D}" srcId="{59103912-0B3F-4CFB-9570-DD0AE93F525F}" destId="{887F3D59-9E4E-4667-A6A4-534E2D638F39}" srcOrd="1" destOrd="0" parTransId="{BA95308E-CA80-456C-8639-DB748A460D02}" sibTransId="{FFBD918F-0E1F-4B1A-8A1F-2C7045512756}"/>
    <dgm:cxn modelId="{F0E5CFA1-5715-40FB-A4CB-FA3E13939104}" type="presOf" srcId="{887F3D59-9E4E-4667-A6A4-534E2D638F39}" destId="{44E05D9D-8FAF-440B-9DDB-6CA64948586F}" srcOrd="0" destOrd="0" presId="urn:microsoft.com/office/officeart/2005/8/layout/orgChart1"/>
    <dgm:cxn modelId="{95EE35A3-6C3D-46E0-8061-04CA889E84E3}" type="presOf" srcId="{584BDC5B-AB8D-4BAD-B137-BF6A87732F7D}" destId="{835C2049-08B7-4223-9D89-734336F9690D}" srcOrd="1" destOrd="0" presId="urn:microsoft.com/office/officeart/2005/8/layout/orgChart1"/>
    <dgm:cxn modelId="{BD6542A3-0128-4ACB-B435-C283391D5007}" type="presOf" srcId="{4DB6CB8C-8063-4BAC-8368-314F58DE48FE}" destId="{BD8C3D88-F6BA-4DAA-8A1F-5BD2075E0ADD}" srcOrd="1" destOrd="0" presId="urn:microsoft.com/office/officeart/2005/8/layout/orgChart1"/>
    <dgm:cxn modelId="{526043A4-5122-410F-9AF3-BB45676CDF2C}" srcId="{4DB6CB8C-8063-4BAC-8368-314F58DE48FE}" destId="{E519FB78-11D0-4887-9AAC-AE5248745BB3}" srcOrd="2" destOrd="0" parTransId="{21CE2744-B3E3-4674-AFF5-9D9818C7016B}" sibTransId="{E8BD15B8-35AF-4619-B50A-F9F22365F870}"/>
    <dgm:cxn modelId="{6D8E13A7-2885-40C5-8685-19D73562C747}" type="presOf" srcId="{7F5036C8-2054-45C0-8AC3-DEF34443A77B}" destId="{5021C6A9-9170-4575-A7D6-AB8FE927A454}" srcOrd="1" destOrd="0" presId="urn:microsoft.com/office/officeart/2005/8/layout/orgChart1"/>
    <dgm:cxn modelId="{42988EA9-41FB-4566-8D7E-88AD1C000C61}" type="presOf" srcId="{584BDC5B-AB8D-4BAD-B137-BF6A87732F7D}" destId="{5B1CA996-BCBE-4090-A2D6-C6AE781367FF}" srcOrd="0" destOrd="0" presId="urn:microsoft.com/office/officeart/2005/8/layout/orgChart1"/>
    <dgm:cxn modelId="{B686FBA9-F05E-481E-BEAF-16D1F3905DFC}" type="presOf" srcId="{D7178986-B16A-427A-98CD-D21657129A59}" destId="{7320E730-0233-46FB-B2B8-635444C0ED71}" srcOrd="0" destOrd="0" presId="urn:microsoft.com/office/officeart/2005/8/layout/orgChart1"/>
    <dgm:cxn modelId="{0BB3A8AA-2792-4149-97B1-CDC9A76A88F7}" type="presOf" srcId="{7A3667FB-EAAC-4FF3-AA62-3AFFD59380F3}" destId="{7BBA1BE2-5B8A-40BB-9C9A-AE83EA24DF93}" srcOrd="1" destOrd="0" presId="urn:microsoft.com/office/officeart/2005/8/layout/orgChart1"/>
    <dgm:cxn modelId="{A0FD9EAF-91AF-44A3-A2AC-8E742AF90B63}" srcId="{4DB6CB8C-8063-4BAC-8368-314F58DE48FE}" destId="{E21E7829-B8A7-41DD-8B28-756B023E4E3F}" srcOrd="1" destOrd="0" parTransId="{329317C6-0F09-4C9C-AFD1-ECA1AD8D022A}" sibTransId="{6949A6B5-983D-4847-A0E2-CFE03B74793A}"/>
    <dgm:cxn modelId="{26505FB0-3B03-4852-9535-406F1BFF3073}" type="presOf" srcId="{9DA6D7A2-9945-4A99-9698-C594C8E78236}" destId="{0EBBB5DA-0199-46A5-97F9-34115E6D8A5B}" srcOrd="1" destOrd="0" presId="urn:microsoft.com/office/officeart/2005/8/layout/orgChart1"/>
    <dgm:cxn modelId="{AA96C8B0-71EA-4215-8B15-36EB1D404533}" type="presOf" srcId="{0C9A6A7E-3AD8-429E-9ABE-6DBC9AD2F1A3}" destId="{FEB64740-14F9-44C8-B6B7-CA05B97A7F86}" srcOrd="0" destOrd="0" presId="urn:microsoft.com/office/officeart/2005/8/layout/orgChart1"/>
    <dgm:cxn modelId="{713BC7B3-D1FA-4C72-90B3-81339BE7BE38}" type="presOf" srcId="{7F5036C8-2054-45C0-8AC3-DEF34443A77B}" destId="{E7EF44A6-33EE-4554-8E88-AE3B57419A0F}" srcOrd="0" destOrd="0" presId="urn:microsoft.com/office/officeart/2005/8/layout/orgChart1"/>
    <dgm:cxn modelId="{17D4EFB5-5925-46AF-B9CA-F5A87FBE0917}" type="presOf" srcId="{F875851E-404D-484F-857B-AFDC9BC6A412}" destId="{C7993467-842B-4737-8790-7EAA156E569A}" srcOrd="0" destOrd="0" presId="urn:microsoft.com/office/officeart/2005/8/layout/orgChart1"/>
    <dgm:cxn modelId="{E8F22CB6-D2AE-45F8-B785-DB2B9AA424BD}" type="presOf" srcId="{E21E7829-B8A7-41DD-8B28-756B023E4E3F}" destId="{C17D9C8B-31AC-4247-AA71-D5535461D73A}" srcOrd="1" destOrd="0" presId="urn:microsoft.com/office/officeart/2005/8/layout/orgChart1"/>
    <dgm:cxn modelId="{A09D06B8-343D-4B71-AC63-894F73B0E9E6}" type="presOf" srcId="{E21E7829-B8A7-41DD-8B28-756B023E4E3F}" destId="{C4A09482-CD1A-4112-B934-D935EB8A9198}" srcOrd="0" destOrd="0" presId="urn:microsoft.com/office/officeart/2005/8/layout/orgChart1"/>
    <dgm:cxn modelId="{25DD60BA-FAC2-42DF-993B-946F0167C61B}" type="presOf" srcId="{D08A9F9E-48C6-4F02-B441-2D22483F49F4}" destId="{9AE2CFF9-4DBA-455F-A72A-90056936A0B6}" srcOrd="0" destOrd="0" presId="urn:microsoft.com/office/officeart/2005/8/layout/orgChart1"/>
    <dgm:cxn modelId="{3309CDBE-2239-4FA4-A7C9-8F18E6F33342}" srcId="{11C5090E-A478-4596-9DC1-46952616AC16}" destId="{4DB6CB8C-8063-4BAC-8368-314F58DE48FE}" srcOrd="0" destOrd="0" parTransId="{B29A4F1F-44EC-4CA7-B711-CFE9DBEDE822}" sibTransId="{4EFB4A3F-C978-4274-AADE-294BF91E3321}"/>
    <dgm:cxn modelId="{2D730FC0-2291-419E-BBF3-2A0877EC93DA}" type="presOf" srcId="{D5375C08-E7A5-4986-B9D3-324256567E44}" destId="{58582CF7-FD71-4598-9898-0A41A24722A0}" srcOrd="0" destOrd="0" presId="urn:microsoft.com/office/officeart/2005/8/layout/orgChart1"/>
    <dgm:cxn modelId="{F2CBC5C0-ECAF-4FAB-B4A1-1557467300DD}" type="presOf" srcId="{61EFB29F-094C-445A-A69C-486E9A5B28D7}" destId="{C4FB20A3-B341-442C-9710-579B4D773919}" srcOrd="0" destOrd="0" presId="urn:microsoft.com/office/officeart/2005/8/layout/orgChart1"/>
    <dgm:cxn modelId="{89194CC3-6EB3-4634-BB39-ADCC0A96671D}" type="presOf" srcId="{F9DF414B-43F6-42EE-BF3C-455A036278FA}" destId="{CF3BF6C1-6C62-4DF1-865B-4E2C494051AF}" srcOrd="0" destOrd="0" presId="urn:microsoft.com/office/officeart/2005/8/layout/orgChart1"/>
    <dgm:cxn modelId="{30318EC3-94B2-492A-BD1A-7E0F71C05C46}" type="presOf" srcId="{8702EEBA-D72A-4BC0-9802-7C0729A20E4C}" destId="{A51020CA-4010-4D5B-ADCE-24D57B35F765}" srcOrd="1" destOrd="0" presId="urn:microsoft.com/office/officeart/2005/8/layout/orgChart1"/>
    <dgm:cxn modelId="{FE8C6BC9-29D9-4B01-86B7-4A9CBF8E4355}" type="presOf" srcId="{30D7485A-DB7E-4447-A6EC-866A583C67E0}" destId="{06912558-07BA-4DC5-A670-D47C53A3ACCF}" srcOrd="0" destOrd="0" presId="urn:microsoft.com/office/officeart/2005/8/layout/orgChart1"/>
    <dgm:cxn modelId="{FD8F79C9-2CED-41FF-AB92-625FC98806AB}" type="presOf" srcId="{127CAF8F-3A94-4B31-B9E2-66D39391A7CE}" destId="{BA5786B5-85AA-411A-9ABC-8E979BD02448}" srcOrd="0" destOrd="0" presId="urn:microsoft.com/office/officeart/2005/8/layout/orgChart1"/>
    <dgm:cxn modelId="{0332ECCA-497A-4485-9749-AB1492926A02}" type="presOf" srcId="{CAEC7B25-849F-4684-A970-A1DA5BC800DA}" destId="{4B5ECCCC-F296-459D-888F-FF49555748CB}" srcOrd="0" destOrd="0" presId="urn:microsoft.com/office/officeart/2005/8/layout/orgChart1"/>
    <dgm:cxn modelId="{F88284CD-488F-4DC9-A38F-BE661831DEBA}" type="presOf" srcId="{BA95308E-CA80-456C-8639-DB748A460D02}" destId="{DB6894A9-9855-4C13-815C-8AD1F5FFBDDA}" srcOrd="0" destOrd="0" presId="urn:microsoft.com/office/officeart/2005/8/layout/orgChart1"/>
    <dgm:cxn modelId="{1C129AD1-0FB5-404D-ADAB-CAA03989336F}" type="presOf" srcId="{21CE2744-B3E3-4674-AFF5-9D9818C7016B}" destId="{C4A02B1C-4FD5-4564-98DF-356ADAFF76A0}" srcOrd="0" destOrd="0" presId="urn:microsoft.com/office/officeart/2005/8/layout/orgChart1"/>
    <dgm:cxn modelId="{2A990ED3-20FA-436C-9A66-C98C52BF4216}" srcId="{E519FB78-11D0-4887-9AAC-AE5248745BB3}" destId="{9DA6D7A2-9945-4A99-9698-C594C8E78236}" srcOrd="3" destOrd="0" parTransId="{DD755063-C8A8-4B83-9C5C-F1CE6579E134}" sibTransId="{8154A889-111F-4F8C-9CF8-091FA469DDD2}"/>
    <dgm:cxn modelId="{EB9DCFD4-D8BA-42DA-BCB5-4351AD7D4D44}" type="presOf" srcId="{887F3D59-9E4E-4667-A6A4-534E2D638F39}" destId="{A667D5DB-5194-4A3F-9B4D-C534E2F2F6B4}" srcOrd="1" destOrd="0" presId="urn:microsoft.com/office/officeart/2005/8/layout/orgChart1"/>
    <dgm:cxn modelId="{A0BC4BD5-829E-41B7-A20E-428BF89F0E04}" type="presOf" srcId="{96447D8B-CEEF-4F82-8ABF-41530323BC7D}" destId="{4C3FD421-FBDE-499C-8394-F09D1B2C231F}" srcOrd="1" destOrd="0" presId="urn:microsoft.com/office/officeart/2005/8/layout/orgChart1"/>
    <dgm:cxn modelId="{64C075D5-09F5-4AB3-AEDA-EC3AB0B431BA}" srcId="{E519FB78-11D0-4887-9AAC-AE5248745BB3}" destId="{96447D8B-CEEF-4F82-8ABF-41530323BC7D}" srcOrd="0" destOrd="0" parTransId="{9AAEE73A-594B-4494-A9B9-8C885C595955}" sibTransId="{4364FF91-FD1E-4084-A284-F42AD9D9F5DC}"/>
    <dgm:cxn modelId="{83983ADC-5446-4000-8DFE-ECCFE94624C9}" srcId="{DB4351FF-481C-4E62-A4E5-6DFD3E09850B}" destId="{D718EAFB-CE7D-4C73-A1D2-F1532F0ECC39}" srcOrd="3" destOrd="0" parTransId="{4B4CC4F7-2E78-4E54-B916-5ACD28096821}" sibTransId="{4E34AC54-46CD-4F89-B504-52BA460E650B}"/>
    <dgm:cxn modelId="{5E0FCFDD-ABDA-4B36-8156-3AB1CB013D3A}" srcId="{59103912-0B3F-4CFB-9570-DD0AE93F525F}" destId="{088CA2DA-A598-42D2-8D86-957E9513A3F0}" srcOrd="0" destOrd="0" parTransId="{AB8F7B63-0351-46B8-82E6-A307655D14B5}" sibTransId="{51681A04-D151-4F5E-BAEE-78C83E814031}"/>
    <dgm:cxn modelId="{666B32E3-D0AC-496B-922C-3D9394119D6A}" type="presOf" srcId="{DDF170A2-1335-497B-9CC7-1F98FB905FAC}" destId="{FCEA03E7-6E3B-4BA8-B708-C1676DF861B2}" srcOrd="0" destOrd="0" presId="urn:microsoft.com/office/officeart/2005/8/layout/orgChart1"/>
    <dgm:cxn modelId="{92F232E7-3911-473C-A241-981114CEAB22}" type="presOf" srcId="{41BE0620-D1D5-4412-A259-84BFB9B83ED5}" destId="{A54C7597-9883-4E9E-900D-093327DF74EC}" srcOrd="1" destOrd="0" presId="urn:microsoft.com/office/officeart/2005/8/layout/orgChart1"/>
    <dgm:cxn modelId="{9E5C59E8-D07A-473C-B1AE-2B986C8F919A}" type="presOf" srcId="{88251622-4B52-4928-8D6A-51B7FAA369F0}" destId="{0AFB9C11-EC12-4D78-951C-1D4538525E64}" srcOrd="0" destOrd="0" presId="urn:microsoft.com/office/officeart/2005/8/layout/orgChart1"/>
    <dgm:cxn modelId="{323682EA-C722-45A9-899E-EBD18DA5F6D2}" type="presOf" srcId="{2A8392C5-540B-4671-B3A9-96F38F169571}" destId="{4E1508AF-CBFF-41F4-84CF-FF9B0BBD0127}" srcOrd="0" destOrd="0" presId="urn:microsoft.com/office/officeart/2005/8/layout/orgChart1"/>
    <dgm:cxn modelId="{D800F4EC-B576-4D42-93EE-AA368E003D0F}" type="presOf" srcId="{E519FB78-11D0-4887-9AAC-AE5248745BB3}" destId="{5A31A64A-6FA2-44F6-A22D-A89FA53644E8}" srcOrd="0" destOrd="0" presId="urn:microsoft.com/office/officeart/2005/8/layout/orgChart1"/>
    <dgm:cxn modelId="{6F0BDCF0-C566-4A7D-9C44-5489EC57AA82}" type="presOf" srcId="{1C2B6AEF-1A1A-4B2D-82F3-52BB86662DCE}" destId="{151E6D43-9CE4-48BF-B4AA-8732993D6598}" srcOrd="1" destOrd="0" presId="urn:microsoft.com/office/officeart/2005/8/layout/orgChart1"/>
    <dgm:cxn modelId="{504C51F2-F2E4-4AE1-8976-5AB7137E7BD5}" srcId="{E21E7829-B8A7-41DD-8B28-756B023E4E3F}" destId="{4A8EE4FE-1044-4E54-A414-77DD30BDA1F5}" srcOrd="1" destOrd="0" parTransId="{2A8392C5-540B-4671-B3A9-96F38F169571}" sibTransId="{D70E71BF-3A21-4A2C-B3A7-1334D337A961}"/>
    <dgm:cxn modelId="{EA0DA0F5-D63B-4685-91D6-E8888282A63C}" type="presOf" srcId="{A9A1C275-4686-4ABD-BC85-FE6228E1FC6E}" destId="{E143EC16-DC6A-4D0B-AB36-38C393AD5D14}" srcOrd="0" destOrd="0" presId="urn:microsoft.com/office/officeart/2005/8/layout/orgChart1"/>
    <dgm:cxn modelId="{3C410DFA-4BF0-4D87-B612-17ED94D0EFC8}" type="presOf" srcId="{41791B42-43D4-4D38-BF4C-67738855DB5F}" destId="{193394F0-B7E7-4C71-8F12-98903B433ECF}" srcOrd="0" destOrd="0" presId="urn:microsoft.com/office/officeart/2005/8/layout/orgChart1"/>
    <dgm:cxn modelId="{5BFE7FFE-D651-4A4E-925C-13A6CE2F3221}" type="presOf" srcId="{DB4351FF-481C-4E62-A4E5-6DFD3E09850B}" destId="{477BECDF-69DD-45A1-B50F-D7B4674AA43F}" srcOrd="1" destOrd="0" presId="urn:microsoft.com/office/officeart/2005/8/layout/orgChart1"/>
    <dgm:cxn modelId="{5D8864FF-1BCA-4A2A-B556-6B9884EA9866}" type="presOf" srcId="{1C2B6AEF-1A1A-4B2D-82F3-52BB86662DCE}" destId="{41260A86-5D39-4833-AFDB-BA950C0CEC80}" srcOrd="0" destOrd="0" presId="urn:microsoft.com/office/officeart/2005/8/layout/orgChart1"/>
    <dgm:cxn modelId="{EF1CB777-2D69-4434-A8F6-B7910FF413D0}" type="presParOf" srcId="{2FEB2D91-E4EC-4ADC-AD79-920680CDC00A}" destId="{C7196648-1EC2-4828-BFDF-CB9B49F22AA9}" srcOrd="0" destOrd="0" presId="urn:microsoft.com/office/officeart/2005/8/layout/orgChart1"/>
    <dgm:cxn modelId="{92CC1613-385C-4D52-9A6D-97EEBDB4AF68}" type="presParOf" srcId="{C7196648-1EC2-4828-BFDF-CB9B49F22AA9}" destId="{5187E488-F6D2-4292-A06F-45ACD7D86149}" srcOrd="0" destOrd="0" presId="urn:microsoft.com/office/officeart/2005/8/layout/orgChart1"/>
    <dgm:cxn modelId="{41638C22-246A-43F6-9A09-917624A3E43D}" type="presParOf" srcId="{5187E488-F6D2-4292-A06F-45ACD7D86149}" destId="{8E5EC8D3-D8DC-488B-811F-E4A5A2E5FAEE}" srcOrd="0" destOrd="0" presId="urn:microsoft.com/office/officeart/2005/8/layout/orgChart1"/>
    <dgm:cxn modelId="{636CEA4D-33D8-4965-A340-7099D3BACDF8}" type="presParOf" srcId="{5187E488-F6D2-4292-A06F-45ACD7D86149}" destId="{BD8C3D88-F6BA-4DAA-8A1F-5BD2075E0ADD}" srcOrd="1" destOrd="0" presId="urn:microsoft.com/office/officeart/2005/8/layout/orgChart1"/>
    <dgm:cxn modelId="{9EEF6079-59B9-450F-9AA9-CB19CD3BF31C}" type="presParOf" srcId="{C7196648-1EC2-4828-BFDF-CB9B49F22AA9}" destId="{7A44E8B7-85EE-49E6-B864-54CB520F9695}" srcOrd="1" destOrd="0" presId="urn:microsoft.com/office/officeart/2005/8/layout/orgChart1"/>
    <dgm:cxn modelId="{7E63C52D-DD29-40F7-8632-4C6F09964F27}" type="presParOf" srcId="{7A44E8B7-85EE-49E6-B864-54CB520F9695}" destId="{06912558-07BA-4DC5-A670-D47C53A3ACCF}" srcOrd="0" destOrd="0" presId="urn:microsoft.com/office/officeart/2005/8/layout/orgChart1"/>
    <dgm:cxn modelId="{1061EFA3-98C5-44B8-977B-C879EA0F1E44}" type="presParOf" srcId="{7A44E8B7-85EE-49E6-B864-54CB520F9695}" destId="{696305A1-345D-43E4-9522-85B79DB039C6}" srcOrd="1" destOrd="0" presId="urn:microsoft.com/office/officeart/2005/8/layout/orgChart1"/>
    <dgm:cxn modelId="{BB5522A8-0750-40D4-917F-2CF8DA250639}" type="presParOf" srcId="{696305A1-345D-43E4-9522-85B79DB039C6}" destId="{77D322F5-DC25-45F7-862C-B1850B3A53F9}" srcOrd="0" destOrd="0" presId="urn:microsoft.com/office/officeart/2005/8/layout/orgChart1"/>
    <dgm:cxn modelId="{6B8B48F2-6E3A-48D6-849D-359596E6A6A4}" type="presParOf" srcId="{77D322F5-DC25-45F7-862C-B1850B3A53F9}" destId="{A08F579E-5058-46C2-9270-FBF1E32A5837}" srcOrd="0" destOrd="0" presId="urn:microsoft.com/office/officeart/2005/8/layout/orgChart1"/>
    <dgm:cxn modelId="{BCD9F442-1538-4260-BC62-0EDB41102D11}" type="presParOf" srcId="{77D322F5-DC25-45F7-862C-B1850B3A53F9}" destId="{477BECDF-69DD-45A1-B50F-D7B4674AA43F}" srcOrd="1" destOrd="0" presId="urn:microsoft.com/office/officeart/2005/8/layout/orgChart1"/>
    <dgm:cxn modelId="{B5DA2A70-4994-4B03-B825-1BA3452E8182}" type="presParOf" srcId="{696305A1-345D-43E4-9522-85B79DB039C6}" destId="{F427E566-0F32-4E66-83C4-0002C7481F7A}" srcOrd="1" destOrd="0" presId="urn:microsoft.com/office/officeart/2005/8/layout/orgChart1"/>
    <dgm:cxn modelId="{399E9D33-7563-4823-9F1A-9DFBE842CF3C}" type="presParOf" srcId="{F427E566-0F32-4E66-83C4-0002C7481F7A}" destId="{FCEA03E7-6E3B-4BA8-B708-C1676DF861B2}" srcOrd="0" destOrd="0" presId="urn:microsoft.com/office/officeart/2005/8/layout/orgChart1"/>
    <dgm:cxn modelId="{1CCE495C-12F4-4CA4-88B9-539B8E801706}" type="presParOf" srcId="{F427E566-0F32-4E66-83C4-0002C7481F7A}" destId="{F91ABC06-7270-459D-9DAD-A206A58CABE9}" srcOrd="1" destOrd="0" presId="urn:microsoft.com/office/officeart/2005/8/layout/orgChart1"/>
    <dgm:cxn modelId="{59E397DA-DC50-40A5-ACB7-644A53842FA8}" type="presParOf" srcId="{F91ABC06-7270-459D-9DAD-A206A58CABE9}" destId="{92B1AF57-47A1-4DC3-8492-79AFE3D40625}" srcOrd="0" destOrd="0" presId="urn:microsoft.com/office/officeart/2005/8/layout/orgChart1"/>
    <dgm:cxn modelId="{C5D05950-0B81-4E1C-8E28-FABAB82D5972}" type="presParOf" srcId="{92B1AF57-47A1-4DC3-8492-79AFE3D40625}" destId="{16594296-223F-4B8E-939B-C5BD56D49B40}" srcOrd="0" destOrd="0" presId="urn:microsoft.com/office/officeart/2005/8/layout/orgChart1"/>
    <dgm:cxn modelId="{4EC04761-8F37-463E-934E-5E699E64E030}" type="presParOf" srcId="{92B1AF57-47A1-4DC3-8492-79AFE3D40625}" destId="{0D972E34-4DE7-4B8A-9A67-7DEFF4657897}" srcOrd="1" destOrd="0" presId="urn:microsoft.com/office/officeart/2005/8/layout/orgChart1"/>
    <dgm:cxn modelId="{2EB9E9A0-20D7-45C3-89E2-93D60B5AFEA9}" type="presParOf" srcId="{F91ABC06-7270-459D-9DAD-A206A58CABE9}" destId="{5C158740-5D78-4D68-B70D-FFA4332899A0}" srcOrd="1" destOrd="0" presId="urn:microsoft.com/office/officeart/2005/8/layout/orgChart1"/>
    <dgm:cxn modelId="{83EC14CF-35F3-4AD8-96DC-68994E114DE7}" type="presParOf" srcId="{F91ABC06-7270-459D-9DAD-A206A58CABE9}" destId="{07D989EA-A4FC-4EEA-989F-A8367CE13451}" srcOrd="2" destOrd="0" presId="urn:microsoft.com/office/officeart/2005/8/layout/orgChart1"/>
    <dgm:cxn modelId="{6ADA481B-1FBF-48A5-B365-D5BAF46D0396}" type="presParOf" srcId="{F427E566-0F32-4E66-83C4-0002C7481F7A}" destId="{4735CD5D-4BFB-45B0-9F9F-82AAB249BB50}" srcOrd="2" destOrd="0" presId="urn:microsoft.com/office/officeart/2005/8/layout/orgChart1"/>
    <dgm:cxn modelId="{C77ECC2F-2159-4E8C-8760-288CB4177165}" type="presParOf" srcId="{F427E566-0F32-4E66-83C4-0002C7481F7A}" destId="{F35BA739-0B7E-4864-9C90-01299CDEA060}" srcOrd="3" destOrd="0" presId="urn:microsoft.com/office/officeart/2005/8/layout/orgChart1"/>
    <dgm:cxn modelId="{7DF76FF6-3127-4B9D-8CCD-D36E0DF98730}" type="presParOf" srcId="{F35BA739-0B7E-4864-9C90-01299CDEA060}" destId="{C01FFE40-70AF-4481-9765-C9F815DDE881}" srcOrd="0" destOrd="0" presId="urn:microsoft.com/office/officeart/2005/8/layout/orgChart1"/>
    <dgm:cxn modelId="{83DE4711-4304-448F-82D9-48E973F1C3F7}" type="presParOf" srcId="{C01FFE40-70AF-4481-9765-C9F815DDE881}" destId="{41260A86-5D39-4833-AFDB-BA950C0CEC80}" srcOrd="0" destOrd="0" presId="urn:microsoft.com/office/officeart/2005/8/layout/orgChart1"/>
    <dgm:cxn modelId="{7E4810B0-FD65-4F26-906D-DB30A97D332C}" type="presParOf" srcId="{C01FFE40-70AF-4481-9765-C9F815DDE881}" destId="{151E6D43-9CE4-48BF-B4AA-8732993D6598}" srcOrd="1" destOrd="0" presId="urn:microsoft.com/office/officeart/2005/8/layout/orgChart1"/>
    <dgm:cxn modelId="{6640225B-A668-48DB-B6C2-CF3146D8B1E6}" type="presParOf" srcId="{F35BA739-0B7E-4864-9C90-01299CDEA060}" destId="{474B332E-C357-4F8C-9D13-054464BE9916}" srcOrd="1" destOrd="0" presId="urn:microsoft.com/office/officeart/2005/8/layout/orgChart1"/>
    <dgm:cxn modelId="{BB945468-DC5C-4835-9FF3-F249BDF898E4}" type="presParOf" srcId="{F35BA739-0B7E-4864-9C90-01299CDEA060}" destId="{F613A61D-4FF5-4231-9163-065886819D8B}" srcOrd="2" destOrd="0" presId="urn:microsoft.com/office/officeart/2005/8/layout/orgChart1"/>
    <dgm:cxn modelId="{8BA50606-BD75-49FD-B29A-18AA5D8E038D}" type="presParOf" srcId="{F427E566-0F32-4E66-83C4-0002C7481F7A}" destId="{B8755F61-679B-4E9B-B7B5-B16617AC8A12}" srcOrd="4" destOrd="0" presId="urn:microsoft.com/office/officeart/2005/8/layout/orgChart1"/>
    <dgm:cxn modelId="{ADA3EC98-CEB4-469E-BE16-6D207DC78FAC}" type="presParOf" srcId="{F427E566-0F32-4E66-83C4-0002C7481F7A}" destId="{365CAFD7-D80A-4A02-8A2B-F5761CC04D08}" srcOrd="5" destOrd="0" presId="urn:microsoft.com/office/officeart/2005/8/layout/orgChart1"/>
    <dgm:cxn modelId="{D1792D49-5973-44E8-AF6C-F986DAFE9E7D}" type="presParOf" srcId="{365CAFD7-D80A-4A02-8A2B-F5761CC04D08}" destId="{79C66A36-24B9-4FF0-8E9A-BAE1E5923120}" srcOrd="0" destOrd="0" presId="urn:microsoft.com/office/officeart/2005/8/layout/orgChart1"/>
    <dgm:cxn modelId="{AD4D7FE0-A136-493D-93D2-C9A3A4FA2A3C}" type="presParOf" srcId="{79C66A36-24B9-4FF0-8E9A-BAE1E5923120}" destId="{7320E730-0233-46FB-B2B8-635444C0ED71}" srcOrd="0" destOrd="0" presId="urn:microsoft.com/office/officeart/2005/8/layout/orgChart1"/>
    <dgm:cxn modelId="{971B8D88-541F-4D16-8C00-AFF6F9B2D597}" type="presParOf" srcId="{79C66A36-24B9-4FF0-8E9A-BAE1E5923120}" destId="{F0C878CC-19A3-41F5-9CCA-CF05E24158FC}" srcOrd="1" destOrd="0" presId="urn:microsoft.com/office/officeart/2005/8/layout/orgChart1"/>
    <dgm:cxn modelId="{7A889B32-5525-49F5-8DE0-CC1209601DB7}" type="presParOf" srcId="{365CAFD7-D80A-4A02-8A2B-F5761CC04D08}" destId="{88A0D5DF-4492-4643-9FCA-6DBA7C0EC0A2}" srcOrd="1" destOrd="0" presId="urn:microsoft.com/office/officeart/2005/8/layout/orgChart1"/>
    <dgm:cxn modelId="{631FD664-7518-46AA-9DC8-0D25EA7A2C51}" type="presParOf" srcId="{365CAFD7-D80A-4A02-8A2B-F5761CC04D08}" destId="{D55124E1-7665-47FF-883E-37C4AFD56A3D}" srcOrd="2" destOrd="0" presId="urn:microsoft.com/office/officeart/2005/8/layout/orgChart1"/>
    <dgm:cxn modelId="{6120A3D5-F6DC-469B-8D34-4E79D207A539}" type="presParOf" srcId="{F427E566-0F32-4E66-83C4-0002C7481F7A}" destId="{2BDA1941-CF14-497C-BE73-BFC315B67793}" srcOrd="6" destOrd="0" presId="urn:microsoft.com/office/officeart/2005/8/layout/orgChart1"/>
    <dgm:cxn modelId="{2B458D4F-85E1-43D2-99BD-386B00D48F8A}" type="presParOf" srcId="{F427E566-0F32-4E66-83C4-0002C7481F7A}" destId="{97C252EA-C632-46D1-88F0-BD37C5C9D857}" srcOrd="7" destOrd="0" presId="urn:microsoft.com/office/officeart/2005/8/layout/orgChart1"/>
    <dgm:cxn modelId="{F16EB4BC-840B-4E5A-89DA-71920FBE7789}" type="presParOf" srcId="{97C252EA-C632-46D1-88F0-BD37C5C9D857}" destId="{95AD8F72-9488-4C95-AC5F-663F92BB2C9E}" srcOrd="0" destOrd="0" presId="urn:microsoft.com/office/officeart/2005/8/layout/orgChart1"/>
    <dgm:cxn modelId="{F8188D98-CBD0-4745-BFB5-4C82D213FB77}" type="presParOf" srcId="{95AD8F72-9488-4C95-AC5F-663F92BB2C9E}" destId="{3D091A6E-E123-4692-AB09-79A2D74B2D34}" srcOrd="0" destOrd="0" presId="urn:microsoft.com/office/officeart/2005/8/layout/orgChart1"/>
    <dgm:cxn modelId="{C3224D22-28D4-4999-8E06-229D1CE9186D}" type="presParOf" srcId="{95AD8F72-9488-4C95-AC5F-663F92BB2C9E}" destId="{134FDE52-15EE-4C7A-AD2E-AEE9119CD69C}" srcOrd="1" destOrd="0" presId="urn:microsoft.com/office/officeart/2005/8/layout/orgChart1"/>
    <dgm:cxn modelId="{94B21DDA-EB76-4380-A3C2-1CF6DC31F08C}" type="presParOf" srcId="{97C252EA-C632-46D1-88F0-BD37C5C9D857}" destId="{CBE94267-68DB-4F0D-B447-2133743591F9}" srcOrd="1" destOrd="0" presId="urn:microsoft.com/office/officeart/2005/8/layout/orgChart1"/>
    <dgm:cxn modelId="{903AA69E-36FE-4BE6-8153-65BC550019B0}" type="presParOf" srcId="{97C252EA-C632-46D1-88F0-BD37C5C9D857}" destId="{865C9A41-FC22-49B9-A0B5-57A441C6E5F1}" srcOrd="2" destOrd="0" presId="urn:microsoft.com/office/officeart/2005/8/layout/orgChart1"/>
    <dgm:cxn modelId="{6F94F343-68A6-487E-8B9E-598BB0703158}" type="presParOf" srcId="{696305A1-345D-43E4-9522-85B79DB039C6}" destId="{7288C49C-A4E4-48F8-AC3A-3F1283FB715B}" srcOrd="2" destOrd="0" presId="urn:microsoft.com/office/officeart/2005/8/layout/orgChart1"/>
    <dgm:cxn modelId="{80FB96F1-4B65-4855-A122-5F265B5903AD}" type="presParOf" srcId="{7A44E8B7-85EE-49E6-B864-54CB520F9695}" destId="{20230838-1394-4891-BB73-30AD5E610432}" srcOrd="2" destOrd="0" presId="urn:microsoft.com/office/officeart/2005/8/layout/orgChart1"/>
    <dgm:cxn modelId="{D9DC8A73-789B-49AE-B066-B97BFCCAD37B}" type="presParOf" srcId="{7A44E8B7-85EE-49E6-B864-54CB520F9695}" destId="{00951ED1-5B01-41EF-8354-D43137C87417}" srcOrd="3" destOrd="0" presId="urn:microsoft.com/office/officeart/2005/8/layout/orgChart1"/>
    <dgm:cxn modelId="{7CEAB73E-DFD6-46E7-AA5A-4C24E902F4B2}" type="presParOf" srcId="{00951ED1-5B01-41EF-8354-D43137C87417}" destId="{AA7AB27B-6079-4CBF-8CBD-7A20C784EA92}" srcOrd="0" destOrd="0" presId="urn:microsoft.com/office/officeart/2005/8/layout/orgChart1"/>
    <dgm:cxn modelId="{0D53EE05-314C-4675-A9DD-E7F924C51B7E}" type="presParOf" srcId="{AA7AB27B-6079-4CBF-8CBD-7A20C784EA92}" destId="{C4A09482-CD1A-4112-B934-D935EB8A9198}" srcOrd="0" destOrd="0" presId="urn:microsoft.com/office/officeart/2005/8/layout/orgChart1"/>
    <dgm:cxn modelId="{A4928C18-0ACF-4750-95EA-062C3E56C8D5}" type="presParOf" srcId="{AA7AB27B-6079-4CBF-8CBD-7A20C784EA92}" destId="{C17D9C8B-31AC-4247-AA71-D5535461D73A}" srcOrd="1" destOrd="0" presId="urn:microsoft.com/office/officeart/2005/8/layout/orgChart1"/>
    <dgm:cxn modelId="{1875B6A2-0284-4AC6-90ED-087FDF142C05}" type="presParOf" srcId="{00951ED1-5B01-41EF-8354-D43137C87417}" destId="{68EFD2FF-EB10-4832-817B-03E358222183}" srcOrd="1" destOrd="0" presId="urn:microsoft.com/office/officeart/2005/8/layout/orgChart1"/>
    <dgm:cxn modelId="{909F3BC1-7F7E-4849-AD12-70CBDF82CAC6}" type="presParOf" srcId="{68EFD2FF-EB10-4832-817B-03E358222183}" destId="{E91CAE0F-FF70-4E28-9F3E-3B63C5932F3C}" srcOrd="0" destOrd="0" presId="urn:microsoft.com/office/officeart/2005/8/layout/orgChart1"/>
    <dgm:cxn modelId="{C38E5B87-5E1B-416F-8A93-1D01588D1870}" type="presParOf" srcId="{68EFD2FF-EB10-4832-817B-03E358222183}" destId="{B9088DA6-D292-4D20-80A0-182221C5CF6D}" srcOrd="1" destOrd="0" presId="urn:microsoft.com/office/officeart/2005/8/layout/orgChart1"/>
    <dgm:cxn modelId="{4C2B248A-D863-41BD-B5E9-4D11FFF2DA21}" type="presParOf" srcId="{B9088DA6-D292-4D20-80A0-182221C5CF6D}" destId="{B5A17542-B28D-45C7-9D9E-0BF7929A3492}" srcOrd="0" destOrd="0" presId="urn:microsoft.com/office/officeart/2005/8/layout/orgChart1"/>
    <dgm:cxn modelId="{1269C6C9-C27B-4AF7-A997-4C10297F2571}" type="presParOf" srcId="{B5A17542-B28D-45C7-9D9E-0BF7929A3492}" destId="{A4D3B09D-201D-4ED2-86ED-2F7E46C00679}" srcOrd="0" destOrd="0" presId="urn:microsoft.com/office/officeart/2005/8/layout/orgChart1"/>
    <dgm:cxn modelId="{C71075CC-5920-4CE3-B2FD-DEB9F5DA5CAE}" type="presParOf" srcId="{B5A17542-B28D-45C7-9D9E-0BF7929A3492}" destId="{A54C7597-9883-4E9E-900D-093327DF74EC}" srcOrd="1" destOrd="0" presId="urn:microsoft.com/office/officeart/2005/8/layout/orgChart1"/>
    <dgm:cxn modelId="{3049D1C9-5601-48D9-BDB7-99D3D1FEB0C2}" type="presParOf" srcId="{B9088DA6-D292-4D20-80A0-182221C5CF6D}" destId="{899862C1-4E0E-4BB0-8565-33A70B15D9C2}" srcOrd="1" destOrd="0" presId="urn:microsoft.com/office/officeart/2005/8/layout/orgChart1"/>
    <dgm:cxn modelId="{19E26B92-4792-483D-959B-5B3526A97340}" type="presParOf" srcId="{B9088DA6-D292-4D20-80A0-182221C5CF6D}" destId="{B437455D-EDAB-45A5-AF1F-E908A4556D96}" srcOrd="2" destOrd="0" presId="urn:microsoft.com/office/officeart/2005/8/layout/orgChart1"/>
    <dgm:cxn modelId="{9BD0E39A-0534-4AA3-9423-82BF2AE26A03}" type="presParOf" srcId="{68EFD2FF-EB10-4832-817B-03E358222183}" destId="{4E1508AF-CBFF-41F4-84CF-FF9B0BBD0127}" srcOrd="2" destOrd="0" presId="urn:microsoft.com/office/officeart/2005/8/layout/orgChart1"/>
    <dgm:cxn modelId="{E895980A-82EE-4C40-8DCC-6535555C97E7}" type="presParOf" srcId="{68EFD2FF-EB10-4832-817B-03E358222183}" destId="{0F24BC87-61F8-41A7-841A-03A110BE679B}" srcOrd="3" destOrd="0" presId="urn:microsoft.com/office/officeart/2005/8/layout/orgChart1"/>
    <dgm:cxn modelId="{80918EAB-499C-4D12-950D-F0B7DE3F4042}" type="presParOf" srcId="{0F24BC87-61F8-41A7-841A-03A110BE679B}" destId="{CDA66F6C-C48C-4638-97A4-69DC81C6ED04}" srcOrd="0" destOrd="0" presId="urn:microsoft.com/office/officeart/2005/8/layout/orgChart1"/>
    <dgm:cxn modelId="{D9E33317-4126-4350-A151-893877CEACC8}" type="presParOf" srcId="{CDA66F6C-C48C-4638-97A4-69DC81C6ED04}" destId="{638BBDA0-E4B9-449E-932D-03782D6F7ED7}" srcOrd="0" destOrd="0" presId="urn:microsoft.com/office/officeart/2005/8/layout/orgChart1"/>
    <dgm:cxn modelId="{C8A0CB09-1EEE-4988-8BB6-4829C0B19687}" type="presParOf" srcId="{CDA66F6C-C48C-4638-97A4-69DC81C6ED04}" destId="{16DC5F34-34C4-4F7C-9728-697847E89A17}" srcOrd="1" destOrd="0" presId="urn:microsoft.com/office/officeart/2005/8/layout/orgChart1"/>
    <dgm:cxn modelId="{B80A9428-781D-4E6B-B17F-FB8433D537BD}" type="presParOf" srcId="{0F24BC87-61F8-41A7-841A-03A110BE679B}" destId="{B5F3EE44-EEF7-4103-AA58-61BF0B8ABE4E}" srcOrd="1" destOrd="0" presId="urn:microsoft.com/office/officeart/2005/8/layout/orgChart1"/>
    <dgm:cxn modelId="{AC92E59A-D4CD-4262-9827-357F9048F933}" type="presParOf" srcId="{0F24BC87-61F8-41A7-841A-03A110BE679B}" destId="{044014FF-1D7C-4707-8378-E72349E3CC99}" srcOrd="2" destOrd="0" presId="urn:microsoft.com/office/officeart/2005/8/layout/orgChart1"/>
    <dgm:cxn modelId="{3D9D381F-D90F-4BE1-9E43-837C31CF4273}" type="presParOf" srcId="{68EFD2FF-EB10-4832-817B-03E358222183}" destId="{C310027F-637D-4C2D-92FE-846AD486435C}" srcOrd="4" destOrd="0" presId="urn:microsoft.com/office/officeart/2005/8/layout/orgChart1"/>
    <dgm:cxn modelId="{DF7A1DEC-D7EC-4C31-A6FA-EF040C7C42DF}" type="presParOf" srcId="{68EFD2FF-EB10-4832-817B-03E358222183}" destId="{04CD4E75-2ACD-40FC-809F-86BCF3E80C24}" srcOrd="5" destOrd="0" presId="urn:microsoft.com/office/officeart/2005/8/layout/orgChart1"/>
    <dgm:cxn modelId="{9A52D40C-4CA2-4945-BA90-AB2ABE52DCCF}" type="presParOf" srcId="{04CD4E75-2ACD-40FC-809F-86BCF3E80C24}" destId="{B624E788-D918-4145-90D5-F94AEFA54EE0}" srcOrd="0" destOrd="0" presId="urn:microsoft.com/office/officeart/2005/8/layout/orgChart1"/>
    <dgm:cxn modelId="{A70A6BE8-A3A6-473B-921B-50E510F10B8B}" type="presParOf" srcId="{B624E788-D918-4145-90D5-F94AEFA54EE0}" destId="{59E0984B-5511-4DBF-8E1A-06C4F839ABAB}" srcOrd="0" destOrd="0" presId="urn:microsoft.com/office/officeart/2005/8/layout/orgChart1"/>
    <dgm:cxn modelId="{6202D838-D498-47B2-85D6-B31C6D362CF7}" type="presParOf" srcId="{B624E788-D918-4145-90D5-F94AEFA54EE0}" destId="{A51020CA-4010-4D5B-ADCE-24D57B35F765}" srcOrd="1" destOrd="0" presId="urn:microsoft.com/office/officeart/2005/8/layout/orgChart1"/>
    <dgm:cxn modelId="{8BA546FB-7A55-4356-B884-4932C810FF77}" type="presParOf" srcId="{04CD4E75-2ACD-40FC-809F-86BCF3E80C24}" destId="{38CD61A6-4974-4B69-A519-8102AB167BA6}" srcOrd="1" destOrd="0" presId="urn:microsoft.com/office/officeart/2005/8/layout/orgChart1"/>
    <dgm:cxn modelId="{7F26770E-1898-4643-8D09-3D607FD7512A}" type="presParOf" srcId="{04CD4E75-2ACD-40FC-809F-86BCF3E80C24}" destId="{1B57B70A-1008-4240-B6E7-5798BCD5C2EF}" srcOrd="2" destOrd="0" presId="urn:microsoft.com/office/officeart/2005/8/layout/orgChart1"/>
    <dgm:cxn modelId="{23D03100-84EE-46E3-9901-003EA221617E}" type="presParOf" srcId="{68EFD2FF-EB10-4832-817B-03E358222183}" destId="{934A59EA-9D18-47D0-8911-03E711D13534}" srcOrd="6" destOrd="0" presId="urn:microsoft.com/office/officeart/2005/8/layout/orgChart1"/>
    <dgm:cxn modelId="{5264F701-3B73-486C-AD01-3A5FA55D7527}" type="presParOf" srcId="{68EFD2FF-EB10-4832-817B-03E358222183}" destId="{0DE19AF9-D3D9-4A05-B4EF-095B49CC0ABC}" srcOrd="7" destOrd="0" presId="urn:microsoft.com/office/officeart/2005/8/layout/orgChart1"/>
    <dgm:cxn modelId="{B0F7A11C-A486-48EC-84F4-5ED3BA7CD415}" type="presParOf" srcId="{0DE19AF9-D3D9-4A05-B4EF-095B49CC0ABC}" destId="{233ECD2C-2035-4546-99BC-27E58AA712D2}" srcOrd="0" destOrd="0" presId="urn:microsoft.com/office/officeart/2005/8/layout/orgChart1"/>
    <dgm:cxn modelId="{64B41502-B162-422A-8AD4-882E84399B40}" type="presParOf" srcId="{233ECD2C-2035-4546-99BC-27E58AA712D2}" destId="{97429BE9-C4D2-4648-9DE2-90AB168E00AA}" srcOrd="0" destOrd="0" presId="urn:microsoft.com/office/officeart/2005/8/layout/orgChart1"/>
    <dgm:cxn modelId="{2455723B-5CC8-4D52-8B28-721DE42A9338}" type="presParOf" srcId="{233ECD2C-2035-4546-99BC-27E58AA712D2}" destId="{6D1051D7-E4B9-4950-944E-332F08CEB73E}" srcOrd="1" destOrd="0" presId="urn:microsoft.com/office/officeart/2005/8/layout/orgChart1"/>
    <dgm:cxn modelId="{569D2491-5FF3-4417-B3F0-B8C72D59D1C3}" type="presParOf" srcId="{0DE19AF9-D3D9-4A05-B4EF-095B49CC0ABC}" destId="{91E9B4B5-2E02-4A69-A74A-2171F22554DA}" srcOrd="1" destOrd="0" presId="urn:microsoft.com/office/officeart/2005/8/layout/orgChart1"/>
    <dgm:cxn modelId="{1AF979D7-DA46-4F80-8CE7-44432F66B35F}" type="presParOf" srcId="{0DE19AF9-D3D9-4A05-B4EF-095B49CC0ABC}" destId="{B9908C1E-0ABC-44ED-80D0-7617A44C6199}" srcOrd="2" destOrd="0" presId="urn:microsoft.com/office/officeart/2005/8/layout/orgChart1"/>
    <dgm:cxn modelId="{DACF9683-B252-41A4-9111-BE873163ED3C}" type="presParOf" srcId="{00951ED1-5B01-41EF-8354-D43137C87417}" destId="{ECA04F20-8094-4D4D-A47C-8CE3431C8441}" srcOrd="2" destOrd="0" presId="urn:microsoft.com/office/officeart/2005/8/layout/orgChart1"/>
    <dgm:cxn modelId="{032ED5A6-9504-48F8-99BF-E45E40DAFCC5}" type="presParOf" srcId="{7A44E8B7-85EE-49E6-B864-54CB520F9695}" destId="{C4A02B1C-4FD5-4564-98DF-356ADAFF76A0}" srcOrd="4" destOrd="0" presId="urn:microsoft.com/office/officeart/2005/8/layout/orgChart1"/>
    <dgm:cxn modelId="{F4AA2C2D-C296-420F-8E2A-D3064F2A794E}" type="presParOf" srcId="{7A44E8B7-85EE-49E6-B864-54CB520F9695}" destId="{251B0640-B5C0-4762-A7B1-672C12DBFF32}" srcOrd="5" destOrd="0" presId="urn:microsoft.com/office/officeart/2005/8/layout/orgChart1"/>
    <dgm:cxn modelId="{67960DAE-6F69-4D29-9A28-8F48F07E3535}" type="presParOf" srcId="{251B0640-B5C0-4762-A7B1-672C12DBFF32}" destId="{ECDBDEEC-ECC0-40DF-AB7F-F0CA460A719E}" srcOrd="0" destOrd="0" presId="urn:microsoft.com/office/officeart/2005/8/layout/orgChart1"/>
    <dgm:cxn modelId="{613B919F-286D-458A-AC5C-D0651DB2C7A0}" type="presParOf" srcId="{ECDBDEEC-ECC0-40DF-AB7F-F0CA460A719E}" destId="{5A31A64A-6FA2-44F6-A22D-A89FA53644E8}" srcOrd="0" destOrd="0" presId="urn:microsoft.com/office/officeart/2005/8/layout/orgChart1"/>
    <dgm:cxn modelId="{9BB37190-AFEA-4F69-BFB5-554B5EE01280}" type="presParOf" srcId="{ECDBDEEC-ECC0-40DF-AB7F-F0CA460A719E}" destId="{803B91C0-4DB2-46A6-B731-E8D73358CE1A}" srcOrd="1" destOrd="0" presId="urn:microsoft.com/office/officeart/2005/8/layout/orgChart1"/>
    <dgm:cxn modelId="{5D5DEE1A-109B-4265-A4ED-4501E1CD09F4}" type="presParOf" srcId="{251B0640-B5C0-4762-A7B1-672C12DBFF32}" destId="{EC098E78-5FF6-46D5-A595-1DDFBCEF0AB7}" srcOrd="1" destOrd="0" presId="urn:microsoft.com/office/officeart/2005/8/layout/orgChart1"/>
    <dgm:cxn modelId="{C131CD61-6B1D-4C1A-BEE0-65972DE23269}" type="presParOf" srcId="{EC098E78-5FF6-46D5-A595-1DDFBCEF0AB7}" destId="{A3DB1FB2-D5B6-4590-8764-4DEE6EBAA63D}" srcOrd="0" destOrd="0" presId="urn:microsoft.com/office/officeart/2005/8/layout/orgChart1"/>
    <dgm:cxn modelId="{EB5064CA-DE3D-48E0-A2B6-16486E74667B}" type="presParOf" srcId="{EC098E78-5FF6-46D5-A595-1DDFBCEF0AB7}" destId="{3BF4E149-CAA3-4011-A81B-7490FBDE599D}" srcOrd="1" destOrd="0" presId="urn:microsoft.com/office/officeart/2005/8/layout/orgChart1"/>
    <dgm:cxn modelId="{B8199AA0-6A5F-4AED-A91E-BBF0D7849293}" type="presParOf" srcId="{3BF4E149-CAA3-4011-A81B-7490FBDE599D}" destId="{35A6EEA4-FD8E-4C25-B72E-C4546B1430EE}" srcOrd="0" destOrd="0" presId="urn:microsoft.com/office/officeart/2005/8/layout/orgChart1"/>
    <dgm:cxn modelId="{668AD89F-02D4-4BE2-8710-CF9F469BA0C6}" type="presParOf" srcId="{35A6EEA4-FD8E-4C25-B72E-C4546B1430EE}" destId="{51E69664-61F8-4A79-A96B-C3DFB3DFDAA3}" srcOrd="0" destOrd="0" presId="urn:microsoft.com/office/officeart/2005/8/layout/orgChart1"/>
    <dgm:cxn modelId="{C4E91427-A270-4991-B03D-C5314FC93445}" type="presParOf" srcId="{35A6EEA4-FD8E-4C25-B72E-C4546B1430EE}" destId="{4C3FD421-FBDE-499C-8394-F09D1B2C231F}" srcOrd="1" destOrd="0" presId="urn:microsoft.com/office/officeart/2005/8/layout/orgChart1"/>
    <dgm:cxn modelId="{A8B78F50-1B05-4D0A-A6B9-39A8B24C2A46}" type="presParOf" srcId="{3BF4E149-CAA3-4011-A81B-7490FBDE599D}" destId="{510EF114-C697-4FCE-9340-F151E8ACD965}" srcOrd="1" destOrd="0" presId="urn:microsoft.com/office/officeart/2005/8/layout/orgChart1"/>
    <dgm:cxn modelId="{152A57DE-97DF-4EFA-92B3-6EBACB30DA94}" type="presParOf" srcId="{3BF4E149-CAA3-4011-A81B-7490FBDE599D}" destId="{C5861E07-A924-4497-85B3-96ACDEA9D9FF}" srcOrd="2" destOrd="0" presId="urn:microsoft.com/office/officeart/2005/8/layout/orgChart1"/>
    <dgm:cxn modelId="{6C5957EB-151E-4196-8E84-56F1B0DC3797}" type="presParOf" srcId="{EC098E78-5FF6-46D5-A595-1DDFBCEF0AB7}" destId="{4B5ECCCC-F296-459D-888F-FF49555748CB}" srcOrd="2" destOrd="0" presId="urn:microsoft.com/office/officeart/2005/8/layout/orgChart1"/>
    <dgm:cxn modelId="{03FD7A6E-0208-4AEB-AD59-33D4D8BAF28A}" type="presParOf" srcId="{EC098E78-5FF6-46D5-A595-1DDFBCEF0AB7}" destId="{653E3547-8B1A-4417-9783-004CDA94AEAB}" srcOrd="3" destOrd="0" presId="urn:microsoft.com/office/officeart/2005/8/layout/orgChart1"/>
    <dgm:cxn modelId="{8961EFBF-648A-45DD-BF75-FBB75599C0BD}" type="presParOf" srcId="{653E3547-8B1A-4417-9783-004CDA94AEAB}" destId="{883D289D-E3CE-4B7F-ADE1-771248468410}" srcOrd="0" destOrd="0" presId="urn:microsoft.com/office/officeart/2005/8/layout/orgChart1"/>
    <dgm:cxn modelId="{F9E04C33-E005-42A7-A44A-BD3A10413218}" type="presParOf" srcId="{883D289D-E3CE-4B7F-ADE1-771248468410}" destId="{5B1CA996-BCBE-4090-A2D6-C6AE781367FF}" srcOrd="0" destOrd="0" presId="urn:microsoft.com/office/officeart/2005/8/layout/orgChart1"/>
    <dgm:cxn modelId="{61A6061C-F168-4E91-8BE9-9E1EB9483607}" type="presParOf" srcId="{883D289D-E3CE-4B7F-ADE1-771248468410}" destId="{835C2049-08B7-4223-9D89-734336F9690D}" srcOrd="1" destOrd="0" presId="urn:microsoft.com/office/officeart/2005/8/layout/orgChart1"/>
    <dgm:cxn modelId="{53FCA0BE-F1EA-4343-AE3D-4C7D047C5647}" type="presParOf" srcId="{653E3547-8B1A-4417-9783-004CDA94AEAB}" destId="{D13FD1D8-E88B-47FE-9BD3-A1C4B17F10C7}" srcOrd="1" destOrd="0" presId="urn:microsoft.com/office/officeart/2005/8/layout/orgChart1"/>
    <dgm:cxn modelId="{27996CB5-EED6-4EA8-80BB-47741F6505CD}" type="presParOf" srcId="{653E3547-8B1A-4417-9783-004CDA94AEAB}" destId="{32DE2ED8-D2B3-4CC3-B3DC-75F5F1229E64}" srcOrd="2" destOrd="0" presId="urn:microsoft.com/office/officeart/2005/8/layout/orgChart1"/>
    <dgm:cxn modelId="{039B28F7-9F15-4EEF-AA9D-96EA56CB4B05}" type="presParOf" srcId="{EC098E78-5FF6-46D5-A595-1DDFBCEF0AB7}" destId="{C70E1260-557D-46B5-B3C6-A6705BE96C5E}" srcOrd="4" destOrd="0" presId="urn:microsoft.com/office/officeart/2005/8/layout/orgChart1"/>
    <dgm:cxn modelId="{D1CB1F00-0A14-40B1-91FD-E873EFA44F6E}" type="presParOf" srcId="{EC098E78-5FF6-46D5-A595-1DDFBCEF0AB7}" destId="{E59BC057-BA8C-4BBC-A3CA-5D2217EAD597}" srcOrd="5" destOrd="0" presId="urn:microsoft.com/office/officeart/2005/8/layout/orgChart1"/>
    <dgm:cxn modelId="{C16CCCF5-5E07-4737-98D8-6F0384B2DF75}" type="presParOf" srcId="{E59BC057-BA8C-4BBC-A3CA-5D2217EAD597}" destId="{75CC9BAC-6E2A-44CF-9C5B-30E9A8646F15}" srcOrd="0" destOrd="0" presId="urn:microsoft.com/office/officeart/2005/8/layout/orgChart1"/>
    <dgm:cxn modelId="{9AEE47EB-6630-4427-8758-AF9D24A66FC9}" type="presParOf" srcId="{75CC9BAC-6E2A-44CF-9C5B-30E9A8646F15}" destId="{9AE2CFF9-4DBA-455F-A72A-90056936A0B6}" srcOrd="0" destOrd="0" presId="urn:microsoft.com/office/officeart/2005/8/layout/orgChart1"/>
    <dgm:cxn modelId="{1396B263-92C2-4B6E-B335-98E366B6BA78}" type="presParOf" srcId="{75CC9BAC-6E2A-44CF-9C5B-30E9A8646F15}" destId="{40B5951F-4CA2-4BA3-B926-6C9637146DAA}" srcOrd="1" destOrd="0" presId="urn:microsoft.com/office/officeart/2005/8/layout/orgChart1"/>
    <dgm:cxn modelId="{FB685DC9-5CEC-48CB-A1E8-E317C415FB78}" type="presParOf" srcId="{E59BC057-BA8C-4BBC-A3CA-5D2217EAD597}" destId="{4E958099-6A16-408F-A988-9CCD5BCE6FCB}" srcOrd="1" destOrd="0" presId="urn:microsoft.com/office/officeart/2005/8/layout/orgChart1"/>
    <dgm:cxn modelId="{B69F0F6D-56E3-4FF8-95C3-E29CCE1D525B}" type="presParOf" srcId="{E59BC057-BA8C-4BBC-A3CA-5D2217EAD597}" destId="{92F8F995-94C2-4CA8-B303-39F3849C46C4}" srcOrd="2" destOrd="0" presId="urn:microsoft.com/office/officeart/2005/8/layout/orgChart1"/>
    <dgm:cxn modelId="{94952AEB-21C5-49E4-B8AA-D224A5B3FDA8}" type="presParOf" srcId="{EC098E78-5FF6-46D5-A595-1DDFBCEF0AB7}" destId="{388BFC35-5526-493F-A101-C14E182C1C2C}" srcOrd="6" destOrd="0" presId="urn:microsoft.com/office/officeart/2005/8/layout/orgChart1"/>
    <dgm:cxn modelId="{1956356B-EC55-449E-93C4-88B20D3B3003}" type="presParOf" srcId="{EC098E78-5FF6-46D5-A595-1DDFBCEF0AB7}" destId="{AC4F7FF9-6673-4C9C-9161-6F1F999E58AD}" srcOrd="7" destOrd="0" presId="urn:microsoft.com/office/officeart/2005/8/layout/orgChart1"/>
    <dgm:cxn modelId="{C1CFF66D-2099-4F5C-93E1-C2C5CA79A085}" type="presParOf" srcId="{AC4F7FF9-6673-4C9C-9161-6F1F999E58AD}" destId="{86EF19E6-28E8-48D6-A01D-59B757BC245D}" srcOrd="0" destOrd="0" presId="urn:microsoft.com/office/officeart/2005/8/layout/orgChart1"/>
    <dgm:cxn modelId="{F61C9AD6-49DA-4FDA-9148-31E5A6FEC841}" type="presParOf" srcId="{86EF19E6-28E8-48D6-A01D-59B757BC245D}" destId="{FE2DC9D0-0811-470D-AE97-8A35CA5CE1E3}" srcOrd="0" destOrd="0" presId="urn:microsoft.com/office/officeart/2005/8/layout/orgChart1"/>
    <dgm:cxn modelId="{88543735-869E-44FD-A241-EBAE86645518}" type="presParOf" srcId="{86EF19E6-28E8-48D6-A01D-59B757BC245D}" destId="{0EBBB5DA-0199-46A5-97F9-34115E6D8A5B}" srcOrd="1" destOrd="0" presId="urn:microsoft.com/office/officeart/2005/8/layout/orgChart1"/>
    <dgm:cxn modelId="{BE430FA4-B7DB-4CCC-A03A-B3733443A73E}" type="presParOf" srcId="{AC4F7FF9-6673-4C9C-9161-6F1F999E58AD}" destId="{4C8D6DFD-6D7F-4E2E-A5B0-BD7D1AE43874}" srcOrd="1" destOrd="0" presId="urn:microsoft.com/office/officeart/2005/8/layout/orgChart1"/>
    <dgm:cxn modelId="{39F6B961-7C05-4F0D-9A04-32A9BB62D59A}" type="presParOf" srcId="{AC4F7FF9-6673-4C9C-9161-6F1F999E58AD}" destId="{AC0BFEDE-D2F7-4DE0-B28D-FA19418D7322}" srcOrd="2" destOrd="0" presId="urn:microsoft.com/office/officeart/2005/8/layout/orgChart1"/>
    <dgm:cxn modelId="{7733C6A5-AAD9-489C-8FB2-4850C0ACBB37}" type="presParOf" srcId="{EC098E78-5FF6-46D5-A595-1DDFBCEF0AB7}" destId="{0AFB9C11-EC12-4D78-951C-1D4538525E64}" srcOrd="8" destOrd="0" presId="urn:microsoft.com/office/officeart/2005/8/layout/orgChart1"/>
    <dgm:cxn modelId="{C829C869-9DEC-44B1-9024-1314F3DBA39A}" type="presParOf" srcId="{EC098E78-5FF6-46D5-A595-1DDFBCEF0AB7}" destId="{8A68F3A1-5907-407A-B921-985FB7A9EAFA}" srcOrd="9" destOrd="0" presId="urn:microsoft.com/office/officeart/2005/8/layout/orgChart1"/>
    <dgm:cxn modelId="{6AB2B605-4D86-4907-8AD0-0175BD3C621F}" type="presParOf" srcId="{8A68F3A1-5907-407A-B921-985FB7A9EAFA}" destId="{9C185471-84F1-422E-A86A-4D86F77E30C2}" srcOrd="0" destOrd="0" presId="urn:microsoft.com/office/officeart/2005/8/layout/orgChart1"/>
    <dgm:cxn modelId="{7F32900D-270B-4CAE-9C99-A14E88FAEB1F}" type="presParOf" srcId="{9C185471-84F1-422E-A86A-4D86F77E30C2}" destId="{CA81F62B-F508-4DEF-B2C3-A94B6DDD55CD}" srcOrd="0" destOrd="0" presId="urn:microsoft.com/office/officeart/2005/8/layout/orgChart1"/>
    <dgm:cxn modelId="{7BC82C18-5069-4F75-A94B-8C2AB41AD7FC}" type="presParOf" srcId="{9C185471-84F1-422E-A86A-4D86F77E30C2}" destId="{64095BCB-3AA0-4FD9-BC5B-C4CF1840BDF1}" srcOrd="1" destOrd="0" presId="urn:microsoft.com/office/officeart/2005/8/layout/orgChart1"/>
    <dgm:cxn modelId="{E0A51632-9CFB-4E73-A178-416FE075E280}" type="presParOf" srcId="{8A68F3A1-5907-407A-B921-985FB7A9EAFA}" destId="{A0E4E786-08FF-4588-A094-0956468FC1D5}" srcOrd="1" destOrd="0" presId="urn:microsoft.com/office/officeart/2005/8/layout/orgChart1"/>
    <dgm:cxn modelId="{81C622E6-61D1-4759-9454-BE222B1EAB28}" type="presParOf" srcId="{8A68F3A1-5907-407A-B921-985FB7A9EAFA}" destId="{C3374068-41D5-4847-B160-A96A4391D51A}" srcOrd="2" destOrd="0" presId="urn:microsoft.com/office/officeart/2005/8/layout/orgChart1"/>
    <dgm:cxn modelId="{E804370E-B017-4875-989A-6F52E1CDFC91}" type="presParOf" srcId="{251B0640-B5C0-4762-A7B1-672C12DBFF32}" destId="{966CFB86-CA7D-46DD-BF19-F2C77B4CA8CD}" srcOrd="2" destOrd="0" presId="urn:microsoft.com/office/officeart/2005/8/layout/orgChart1"/>
    <dgm:cxn modelId="{5CB71304-F506-4CEC-9ABC-AD6637A58579}" type="presParOf" srcId="{7A44E8B7-85EE-49E6-B864-54CB520F9695}" destId="{FEB64740-14F9-44C8-B6B7-CA05B97A7F86}" srcOrd="6" destOrd="0" presId="urn:microsoft.com/office/officeart/2005/8/layout/orgChart1"/>
    <dgm:cxn modelId="{5CEA98EE-59C7-4F1F-B152-6AA8DAEBC5B3}" type="presParOf" srcId="{7A44E8B7-85EE-49E6-B864-54CB520F9695}" destId="{FE186DF9-902B-40F6-A8C8-1F3F09A0251A}" srcOrd="7" destOrd="0" presId="urn:microsoft.com/office/officeart/2005/8/layout/orgChart1"/>
    <dgm:cxn modelId="{BC143AE5-0F8A-42D1-93FA-2CED527F0B05}" type="presParOf" srcId="{FE186DF9-902B-40F6-A8C8-1F3F09A0251A}" destId="{F3963A61-A48D-4EA3-98D6-B26F0EC9D19D}" srcOrd="0" destOrd="0" presId="urn:microsoft.com/office/officeart/2005/8/layout/orgChart1"/>
    <dgm:cxn modelId="{E09FDB53-E8C4-47FF-BFC4-B0F24B6953D0}" type="presParOf" srcId="{F3963A61-A48D-4EA3-98D6-B26F0EC9D19D}" destId="{C7993467-842B-4737-8790-7EAA156E569A}" srcOrd="0" destOrd="0" presId="urn:microsoft.com/office/officeart/2005/8/layout/orgChart1"/>
    <dgm:cxn modelId="{80AE5788-C82F-4A7B-86B3-1F1FA7E510C7}" type="presParOf" srcId="{F3963A61-A48D-4EA3-98D6-B26F0EC9D19D}" destId="{63FE40A6-E118-4025-BE4A-7108D6A53851}" srcOrd="1" destOrd="0" presId="urn:microsoft.com/office/officeart/2005/8/layout/orgChart1"/>
    <dgm:cxn modelId="{6802DAEB-80C5-4E43-AFA4-4ACED28FF513}" type="presParOf" srcId="{FE186DF9-902B-40F6-A8C8-1F3F09A0251A}" destId="{DE3C13AC-BCA2-43AE-8F5D-74FD4943C70A}" srcOrd="1" destOrd="0" presId="urn:microsoft.com/office/officeart/2005/8/layout/orgChart1"/>
    <dgm:cxn modelId="{2DFE57D3-3FD4-4246-861F-DA01E6F14BF8}" type="presParOf" srcId="{DE3C13AC-BCA2-43AE-8F5D-74FD4943C70A}" destId="{E143EC16-DC6A-4D0B-AB36-38C393AD5D14}" srcOrd="0" destOrd="0" presId="urn:microsoft.com/office/officeart/2005/8/layout/orgChart1"/>
    <dgm:cxn modelId="{5332E997-4CD5-449A-A928-421DE84BCAC3}" type="presParOf" srcId="{DE3C13AC-BCA2-43AE-8F5D-74FD4943C70A}" destId="{77FC6437-E5C8-4B4C-9A56-20904352759F}" srcOrd="1" destOrd="0" presId="urn:microsoft.com/office/officeart/2005/8/layout/orgChart1"/>
    <dgm:cxn modelId="{96752EBE-9947-4EED-8141-6F4ED218188F}" type="presParOf" srcId="{77FC6437-E5C8-4B4C-9A56-20904352759F}" destId="{72E22FCA-8447-4C3F-99D1-8FE33FDE9516}" srcOrd="0" destOrd="0" presId="urn:microsoft.com/office/officeart/2005/8/layout/orgChart1"/>
    <dgm:cxn modelId="{09179079-36DC-4538-B4C5-942C763DD7A1}" type="presParOf" srcId="{72E22FCA-8447-4C3F-99D1-8FE33FDE9516}" destId="{E7EF44A6-33EE-4554-8E88-AE3B57419A0F}" srcOrd="0" destOrd="0" presId="urn:microsoft.com/office/officeart/2005/8/layout/orgChart1"/>
    <dgm:cxn modelId="{7D24BBAE-7624-4637-AC50-FB7EAA3EDBB1}" type="presParOf" srcId="{72E22FCA-8447-4C3F-99D1-8FE33FDE9516}" destId="{5021C6A9-9170-4575-A7D6-AB8FE927A454}" srcOrd="1" destOrd="0" presId="urn:microsoft.com/office/officeart/2005/8/layout/orgChart1"/>
    <dgm:cxn modelId="{F4533D47-DB75-4E2E-AA80-FB4A018F7293}" type="presParOf" srcId="{77FC6437-E5C8-4B4C-9A56-20904352759F}" destId="{2DA83F13-5BED-43CF-9F57-BDFDB669416D}" srcOrd="1" destOrd="0" presId="urn:microsoft.com/office/officeart/2005/8/layout/orgChart1"/>
    <dgm:cxn modelId="{7332AD13-FCAB-4441-8959-81EBF87AD368}" type="presParOf" srcId="{77FC6437-E5C8-4B4C-9A56-20904352759F}" destId="{D1CB3E4B-5899-4F07-8E7C-4F3D5E4DF81B}" srcOrd="2" destOrd="0" presId="urn:microsoft.com/office/officeart/2005/8/layout/orgChart1"/>
    <dgm:cxn modelId="{1E58E7DE-87F4-4D3D-891B-7F2464C8ED20}" type="presParOf" srcId="{FE186DF9-902B-40F6-A8C8-1F3F09A0251A}" destId="{02254AE9-6021-45F3-B759-E5DFA7ABAA41}" srcOrd="2" destOrd="0" presId="urn:microsoft.com/office/officeart/2005/8/layout/orgChart1"/>
    <dgm:cxn modelId="{77C369E1-5274-484E-98A9-D0379E00AFC5}" type="presParOf" srcId="{7A44E8B7-85EE-49E6-B864-54CB520F9695}" destId="{58582CF7-FD71-4598-9898-0A41A24722A0}" srcOrd="8" destOrd="0" presId="urn:microsoft.com/office/officeart/2005/8/layout/orgChart1"/>
    <dgm:cxn modelId="{228F29D9-9E4F-49B6-8F83-28F34A1F59B6}" type="presParOf" srcId="{7A44E8B7-85EE-49E6-B864-54CB520F9695}" destId="{196A1F7A-5223-4E21-A63D-E0C5337B84C2}" srcOrd="9" destOrd="0" presId="urn:microsoft.com/office/officeart/2005/8/layout/orgChart1"/>
    <dgm:cxn modelId="{DD2CF403-D7E1-40A1-85F8-6F386B8CB7CD}" type="presParOf" srcId="{196A1F7A-5223-4E21-A63D-E0C5337B84C2}" destId="{88686BB9-9880-4139-9D3A-0B53F83E4683}" srcOrd="0" destOrd="0" presId="urn:microsoft.com/office/officeart/2005/8/layout/orgChart1"/>
    <dgm:cxn modelId="{B265B08F-37E7-4637-ABDF-5D816B13F042}" type="presParOf" srcId="{88686BB9-9880-4139-9D3A-0B53F83E4683}" destId="{2F79B1E4-A509-42B5-BE09-FA25E8ABA61B}" srcOrd="0" destOrd="0" presId="urn:microsoft.com/office/officeart/2005/8/layout/orgChart1"/>
    <dgm:cxn modelId="{47412BE7-3B11-4E60-A590-E1E367885F00}" type="presParOf" srcId="{88686BB9-9880-4139-9D3A-0B53F83E4683}" destId="{9CAB4967-21B5-4753-8DDD-B198189683CE}" srcOrd="1" destOrd="0" presId="urn:microsoft.com/office/officeart/2005/8/layout/orgChart1"/>
    <dgm:cxn modelId="{53615259-F2F1-4A3B-8A3B-F712F3527840}" type="presParOf" srcId="{196A1F7A-5223-4E21-A63D-E0C5337B84C2}" destId="{B3B07DB1-ED12-4B76-BA6B-352F6AF2B73A}" srcOrd="1" destOrd="0" presId="urn:microsoft.com/office/officeart/2005/8/layout/orgChart1"/>
    <dgm:cxn modelId="{5815A3B7-5C5E-45DE-A3F0-B64AD2BBF865}" type="presParOf" srcId="{B3B07DB1-ED12-4B76-BA6B-352F6AF2B73A}" destId="{9E362B50-B04B-4C49-AFB1-92355655EA61}" srcOrd="0" destOrd="0" presId="urn:microsoft.com/office/officeart/2005/8/layout/orgChart1"/>
    <dgm:cxn modelId="{A973DE5F-9AE5-4913-BDD0-43A835098E76}" type="presParOf" srcId="{B3B07DB1-ED12-4B76-BA6B-352F6AF2B73A}" destId="{5CF7C8D6-C957-47A1-95AA-F16A8C3F597F}" srcOrd="1" destOrd="0" presId="urn:microsoft.com/office/officeart/2005/8/layout/orgChart1"/>
    <dgm:cxn modelId="{009AEEA2-AA0D-4E49-AC21-070717291EDE}" type="presParOf" srcId="{5CF7C8D6-C957-47A1-95AA-F16A8C3F597F}" destId="{12A013B2-C91C-4E1C-A796-61EE0DF7EC41}" srcOrd="0" destOrd="0" presId="urn:microsoft.com/office/officeart/2005/8/layout/orgChart1"/>
    <dgm:cxn modelId="{6FFC5F9D-7DF2-4B36-817B-D8CEFB0CB68F}" type="presParOf" srcId="{12A013B2-C91C-4E1C-A796-61EE0DF7EC41}" destId="{7EBD7E4A-8E34-4179-87B9-A52907DB63B8}" srcOrd="0" destOrd="0" presId="urn:microsoft.com/office/officeart/2005/8/layout/orgChart1"/>
    <dgm:cxn modelId="{02E20769-CAC9-4BC4-9D40-0CB97E628D40}" type="presParOf" srcId="{12A013B2-C91C-4E1C-A796-61EE0DF7EC41}" destId="{8BB6B17F-CD5E-4606-8FDD-C37FDB5A93C5}" srcOrd="1" destOrd="0" presId="urn:microsoft.com/office/officeart/2005/8/layout/orgChart1"/>
    <dgm:cxn modelId="{7BBC6937-6852-48D1-90AD-033BCD60B886}" type="presParOf" srcId="{5CF7C8D6-C957-47A1-95AA-F16A8C3F597F}" destId="{2705ADAE-5F06-42A1-B479-AE31BEC36ABA}" srcOrd="1" destOrd="0" presId="urn:microsoft.com/office/officeart/2005/8/layout/orgChart1"/>
    <dgm:cxn modelId="{61DFA74E-F3AD-41D3-BA04-1E2F58D4CFBC}" type="presParOf" srcId="{5CF7C8D6-C957-47A1-95AA-F16A8C3F597F}" destId="{29B93BEB-6AC3-4F91-A928-914E38AC21FA}" srcOrd="2" destOrd="0" presId="urn:microsoft.com/office/officeart/2005/8/layout/orgChart1"/>
    <dgm:cxn modelId="{85C19F7A-DBFC-4AFB-98DB-75CB8FB7DF5F}" type="presParOf" srcId="{B3B07DB1-ED12-4B76-BA6B-352F6AF2B73A}" destId="{DB6894A9-9855-4C13-815C-8AD1F5FFBDDA}" srcOrd="2" destOrd="0" presId="urn:microsoft.com/office/officeart/2005/8/layout/orgChart1"/>
    <dgm:cxn modelId="{F36E70F1-5F6A-41DB-B3E4-A3C5E95F000D}" type="presParOf" srcId="{B3B07DB1-ED12-4B76-BA6B-352F6AF2B73A}" destId="{36FA83F3-ABB8-442D-9E31-EBE0173DFA64}" srcOrd="3" destOrd="0" presId="urn:microsoft.com/office/officeart/2005/8/layout/orgChart1"/>
    <dgm:cxn modelId="{CF51C8B5-BC15-4C22-9E2C-5F3064EAD7F2}" type="presParOf" srcId="{36FA83F3-ABB8-442D-9E31-EBE0173DFA64}" destId="{0B4417D6-3426-4944-A500-0183687556AA}" srcOrd="0" destOrd="0" presId="urn:microsoft.com/office/officeart/2005/8/layout/orgChart1"/>
    <dgm:cxn modelId="{AFD1E281-CB0A-47F7-B819-2113CCEA452F}" type="presParOf" srcId="{0B4417D6-3426-4944-A500-0183687556AA}" destId="{44E05D9D-8FAF-440B-9DDB-6CA64948586F}" srcOrd="0" destOrd="0" presId="urn:microsoft.com/office/officeart/2005/8/layout/orgChart1"/>
    <dgm:cxn modelId="{F6B9880F-FBBA-471A-903A-359D32A57A9F}" type="presParOf" srcId="{0B4417D6-3426-4944-A500-0183687556AA}" destId="{A667D5DB-5194-4A3F-9B4D-C534E2F2F6B4}" srcOrd="1" destOrd="0" presId="urn:microsoft.com/office/officeart/2005/8/layout/orgChart1"/>
    <dgm:cxn modelId="{CD02D923-7310-418B-9C3D-2083E7190D07}" type="presParOf" srcId="{36FA83F3-ABB8-442D-9E31-EBE0173DFA64}" destId="{CF190106-6718-4565-B259-EF865E27DB91}" srcOrd="1" destOrd="0" presId="urn:microsoft.com/office/officeart/2005/8/layout/orgChart1"/>
    <dgm:cxn modelId="{A07BDD5B-0264-418A-BAC0-5AD8404CA037}" type="presParOf" srcId="{36FA83F3-ABB8-442D-9E31-EBE0173DFA64}" destId="{C707D839-8C5F-4D11-961B-CBA599DC3403}" srcOrd="2" destOrd="0" presId="urn:microsoft.com/office/officeart/2005/8/layout/orgChart1"/>
    <dgm:cxn modelId="{98B009D3-7145-4DE8-88EC-B811371391B3}" type="presParOf" srcId="{196A1F7A-5223-4E21-A63D-E0C5337B84C2}" destId="{54994BA3-7531-45B3-A418-168CF4361FDF}" srcOrd="2" destOrd="0" presId="urn:microsoft.com/office/officeart/2005/8/layout/orgChart1"/>
    <dgm:cxn modelId="{3E6E0A86-47D5-45BD-A19D-5B56E3855871}" type="presParOf" srcId="{7A44E8B7-85EE-49E6-B864-54CB520F9695}" destId="{CF3BF6C1-6C62-4DF1-865B-4E2C494051AF}" srcOrd="10" destOrd="0" presId="urn:microsoft.com/office/officeart/2005/8/layout/orgChart1"/>
    <dgm:cxn modelId="{2CD56F2B-63E8-4C94-A0E1-3B6432321C53}" type="presParOf" srcId="{7A44E8B7-85EE-49E6-B864-54CB520F9695}" destId="{7416738E-E291-4A4E-BDA2-280DB9A5592E}" srcOrd="11" destOrd="0" presId="urn:microsoft.com/office/officeart/2005/8/layout/orgChart1"/>
    <dgm:cxn modelId="{3DA613CA-6DDF-4C40-B191-240041C93222}" type="presParOf" srcId="{7416738E-E291-4A4E-BDA2-280DB9A5592E}" destId="{B01EEA53-9728-4F1B-9EC3-1B24264385A7}" srcOrd="0" destOrd="0" presId="urn:microsoft.com/office/officeart/2005/8/layout/orgChart1"/>
    <dgm:cxn modelId="{CF3CB482-7D0B-4A44-A222-44B97FB2103B}" type="presParOf" srcId="{B01EEA53-9728-4F1B-9EC3-1B24264385A7}" destId="{93D6D248-2AE9-4E69-952E-D4AFC83F2001}" srcOrd="0" destOrd="0" presId="urn:microsoft.com/office/officeart/2005/8/layout/orgChart1"/>
    <dgm:cxn modelId="{CCBFFFE1-A7E5-4526-BE82-B1DFAB9F10EB}" type="presParOf" srcId="{B01EEA53-9728-4F1B-9EC3-1B24264385A7}" destId="{7BBA1BE2-5B8A-40BB-9C9A-AE83EA24DF93}" srcOrd="1" destOrd="0" presId="urn:microsoft.com/office/officeart/2005/8/layout/orgChart1"/>
    <dgm:cxn modelId="{508C27D3-3AFA-4E68-9541-244981D97B12}" type="presParOf" srcId="{7416738E-E291-4A4E-BDA2-280DB9A5592E}" destId="{0C8C6D1A-0FEC-46D0-A754-1686B51ECA2E}" srcOrd="1" destOrd="0" presId="urn:microsoft.com/office/officeart/2005/8/layout/orgChart1"/>
    <dgm:cxn modelId="{A5CB3E40-09DF-45EB-8006-2D14F79057F8}" type="presParOf" srcId="{0C8C6D1A-0FEC-46D0-A754-1686B51ECA2E}" destId="{193394F0-B7E7-4C71-8F12-98903B433ECF}" srcOrd="0" destOrd="0" presId="urn:microsoft.com/office/officeart/2005/8/layout/orgChart1"/>
    <dgm:cxn modelId="{8B14351C-274F-484C-AF69-279703DB0EA6}" type="presParOf" srcId="{0C8C6D1A-0FEC-46D0-A754-1686B51ECA2E}" destId="{81BF6650-5F1C-4D9A-84AE-3CC6DECEC405}" srcOrd="1" destOrd="0" presId="urn:microsoft.com/office/officeart/2005/8/layout/orgChart1"/>
    <dgm:cxn modelId="{C239A029-CC86-4FDE-ABCB-E718CCFBFA65}" type="presParOf" srcId="{81BF6650-5F1C-4D9A-84AE-3CC6DECEC405}" destId="{62516325-5F17-45A7-A694-AF7DF8DD6E5B}" srcOrd="0" destOrd="0" presId="urn:microsoft.com/office/officeart/2005/8/layout/orgChart1"/>
    <dgm:cxn modelId="{08341F97-6F95-4216-9B0D-E3BF7D5758CD}" type="presParOf" srcId="{62516325-5F17-45A7-A694-AF7DF8DD6E5B}" destId="{C4FB20A3-B341-442C-9710-579B4D773919}" srcOrd="0" destOrd="0" presId="urn:microsoft.com/office/officeart/2005/8/layout/orgChart1"/>
    <dgm:cxn modelId="{856E7105-4B38-4D54-930B-89176AE6F038}" type="presParOf" srcId="{62516325-5F17-45A7-A694-AF7DF8DD6E5B}" destId="{9539DD7E-71AA-40CC-9CA1-79E88AD2C654}" srcOrd="1" destOrd="0" presId="urn:microsoft.com/office/officeart/2005/8/layout/orgChart1"/>
    <dgm:cxn modelId="{C4E593BA-D8CA-4502-B0BC-2D22BB2C095D}" type="presParOf" srcId="{81BF6650-5F1C-4D9A-84AE-3CC6DECEC405}" destId="{57C6596D-A37D-4ACA-990B-53E0F9D5DB30}" srcOrd="1" destOrd="0" presId="urn:microsoft.com/office/officeart/2005/8/layout/orgChart1"/>
    <dgm:cxn modelId="{638E97DB-628A-4D5B-BCC7-82B676CF81B4}" type="presParOf" srcId="{81BF6650-5F1C-4D9A-84AE-3CC6DECEC405}" destId="{E462A824-A969-4EE6-827B-B8A58914F436}" srcOrd="2" destOrd="0" presId="urn:microsoft.com/office/officeart/2005/8/layout/orgChart1"/>
    <dgm:cxn modelId="{AFBFE3FF-F52A-4AA3-BD54-80AB6C460D80}" type="presParOf" srcId="{0C8C6D1A-0FEC-46D0-A754-1686B51ECA2E}" destId="{BA5786B5-85AA-411A-9ABC-8E979BD02448}" srcOrd="2" destOrd="0" presId="urn:microsoft.com/office/officeart/2005/8/layout/orgChart1"/>
    <dgm:cxn modelId="{30C5F7D3-02FF-4A3B-A37D-79297D7EBAB7}" type="presParOf" srcId="{0C8C6D1A-0FEC-46D0-A754-1686B51ECA2E}" destId="{C0CC7398-54EB-41B2-AF8E-7AE162CD91A9}" srcOrd="3" destOrd="0" presId="urn:microsoft.com/office/officeart/2005/8/layout/orgChart1"/>
    <dgm:cxn modelId="{57A85829-90E8-4E87-83E2-CAB00A7A132D}" type="presParOf" srcId="{C0CC7398-54EB-41B2-AF8E-7AE162CD91A9}" destId="{FF047EAD-38C0-40CD-BB25-CF14780B155F}" srcOrd="0" destOrd="0" presId="urn:microsoft.com/office/officeart/2005/8/layout/orgChart1"/>
    <dgm:cxn modelId="{0FA17603-B8A0-4A48-8B2E-A7BDDDB357AC}" type="presParOf" srcId="{FF047EAD-38C0-40CD-BB25-CF14780B155F}" destId="{D34700E2-9F48-4A3C-80B2-8683A8D53890}" srcOrd="0" destOrd="0" presId="urn:microsoft.com/office/officeart/2005/8/layout/orgChart1"/>
    <dgm:cxn modelId="{7F681731-6354-40CF-B593-0AB2CA715089}" type="presParOf" srcId="{FF047EAD-38C0-40CD-BB25-CF14780B155F}" destId="{A3924DCB-E7FE-4B93-BC20-CBABBEFE4AB3}" srcOrd="1" destOrd="0" presId="urn:microsoft.com/office/officeart/2005/8/layout/orgChart1"/>
    <dgm:cxn modelId="{FB956F8F-9824-4F84-8F07-635758E02F9A}" type="presParOf" srcId="{C0CC7398-54EB-41B2-AF8E-7AE162CD91A9}" destId="{38C895C3-F9E2-46B2-9389-9C50C58F1934}" srcOrd="1" destOrd="0" presId="urn:microsoft.com/office/officeart/2005/8/layout/orgChart1"/>
    <dgm:cxn modelId="{64964B39-8ACB-4A7B-A1E3-3AAEAC654A22}" type="presParOf" srcId="{C0CC7398-54EB-41B2-AF8E-7AE162CD91A9}" destId="{71D3F255-7A20-4487-81D2-B14548EBC002}" srcOrd="2" destOrd="0" presId="urn:microsoft.com/office/officeart/2005/8/layout/orgChart1"/>
    <dgm:cxn modelId="{C44CA304-187D-44B6-8AD4-AE83122860F9}" type="presParOf" srcId="{0C8C6D1A-0FEC-46D0-A754-1686B51ECA2E}" destId="{8644D79A-4A52-42CE-9526-9F574CFA7C6C}" srcOrd="4" destOrd="0" presId="urn:microsoft.com/office/officeart/2005/8/layout/orgChart1"/>
    <dgm:cxn modelId="{FE3C3D8F-B725-42C2-A17A-B8D5347A481F}" type="presParOf" srcId="{0C8C6D1A-0FEC-46D0-A754-1686B51ECA2E}" destId="{53483C22-97E2-49A4-B4BD-4C1CE89DF9F4}" srcOrd="5" destOrd="0" presId="urn:microsoft.com/office/officeart/2005/8/layout/orgChart1"/>
    <dgm:cxn modelId="{63269129-5D42-4D43-8E8E-4CD9ACD641B1}" type="presParOf" srcId="{53483C22-97E2-49A4-B4BD-4C1CE89DF9F4}" destId="{2B54C76A-29E2-48EE-8002-B76E13510AFD}" srcOrd="0" destOrd="0" presId="urn:microsoft.com/office/officeart/2005/8/layout/orgChart1"/>
    <dgm:cxn modelId="{2C114AA0-027E-4C19-812A-CED90CB7A4AB}" type="presParOf" srcId="{2B54C76A-29E2-48EE-8002-B76E13510AFD}" destId="{3861686D-C769-4CF7-A5A9-ECE204A17143}" srcOrd="0" destOrd="0" presId="urn:microsoft.com/office/officeart/2005/8/layout/orgChart1"/>
    <dgm:cxn modelId="{317F18C2-A279-4E53-83CB-05BA898557F4}" type="presParOf" srcId="{2B54C76A-29E2-48EE-8002-B76E13510AFD}" destId="{E8363B52-EA81-4E16-ADCC-3165C5823D06}" srcOrd="1" destOrd="0" presId="urn:microsoft.com/office/officeart/2005/8/layout/orgChart1"/>
    <dgm:cxn modelId="{3B1A729D-3D25-4BEF-8EDA-0836895F7732}" type="presParOf" srcId="{53483C22-97E2-49A4-B4BD-4C1CE89DF9F4}" destId="{1B870B04-023D-42A5-B8BF-9E10ED9B1250}" srcOrd="1" destOrd="0" presId="urn:microsoft.com/office/officeart/2005/8/layout/orgChart1"/>
    <dgm:cxn modelId="{77F44CE8-DE2F-4A63-BE7F-1F175F7325A2}" type="presParOf" srcId="{53483C22-97E2-49A4-B4BD-4C1CE89DF9F4}" destId="{34105EF0-5482-4AFD-8D10-FA5BB9354EE1}" srcOrd="2" destOrd="0" presId="urn:microsoft.com/office/officeart/2005/8/layout/orgChart1"/>
    <dgm:cxn modelId="{F4AF2F73-3A61-46E5-B1D2-98076C4D0545}" type="presParOf" srcId="{7416738E-E291-4A4E-BDA2-280DB9A5592E}" destId="{777EC0D1-D2A7-414F-8DCF-4544759D5A53}" srcOrd="2" destOrd="0" presId="urn:microsoft.com/office/officeart/2005/8/layout/orgChart1"/>
    <dgm:cxn modelId="{BB516C38-0D31-4C36-A7E3-E4261F5DC589}" type="presParOf" srcId="{C7196648-1EC2-4828-BFDF-CB9B49F22AA9}" destId="{BDCD74A3-D31C-4307-881A-9B24136215F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E0B3A9-94DA-4B4A-AF2F-9981E1FD575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024912-8150-488C-830E-5A476A30CBC8}">
      <dgm:prSet phldrT="[Text]"/>
      <dgm:spPr/>
      <dgm:t>
        <a:bodyPr/>
        <a:lstStyle/>
        <a:p>
          <a:r>
            <a:rPr lang="en-US"/>
            <a:t>Bác sĩ</a:t>
          </a:r>
        </a:p>
      </dgm:t>
    </dgm:pt>
    <dgm:pt modelId="{ABA54986-A9DA-4A16-8F60-F19950F4A942}" type="parTrans" cxnId="{17144AA6-E973-40AD-AA14-B08A5C9740B2}">
      <dgm:prSet/>
      <dgm:spPr/>
      <dgm:t>
        <a:bodyPr/>
        <a:lstStyle/>
        <a:p>
          <a:endParaRPr lang="en-US"/>
        </a:p>
      </dgm:t>
    </dgm:pt>
    <dgm:pt modelId="{FBA14786-D60B-4047-852F-D13A4E1EAABF}" type="sibTrans" cxnId="{17144AA6-E973-40AD-AA14-B08A5C9740B2}">
      <dgm:prSet/>
      <dgm:spPr/>
      <dgm:t>
        <a:bodyPr/>
        <a:lstStyle/>
        <a:p>
          <a:endParaRPr lang="en-US"/>
        </a:p>
      </dgm:t>
    </dgm:pt>
    <dgm:pt modelId="{E122E1CC-6A94-4022-A0A2-3BBCF93961C9}">
      <dgm:prSet phldrT="[Text]"/>
      <dgm:spPr/>
      <dgm:t>
        <a:bodyPr/>
        <a:lstStyle/>
        <a:p>
          <a:r>
            <a:rPr lang="en-US"/>
            <a:t>Hồ sơ bác sĩ</a:t>
          </a:r>
        </a:p>
      </dgm:t>
    </dgm:pt>
    <dgm:pt modelId="{D86BE8E5-F975-4EC5-BA52-3EB2D904C16F}" type="parTrans" cxnId="{3369694D-0561-48EC-BAFF-FB0055D6B6AB}">
      <dgm:prSet/>
      <dgm:spPr/>
      <dgm:t>
        <a:bodyPr/>
        <a:lstStyle/>
        <a:p>
          <a:endParaRPr lang="en-US"/>
        </a:p>
      </dgm:t>
    </dgm:pt>
    <dgm:pt modelId="{7BDD3B69-7D4F-4921-926B-F6092E3AA04E}" type="sibTrans" cxnId="{3369694D-0561-48EC-BAFF-FB0055D6B6AB}">
      <dgm:prSet/>
      <dgm:spPr/>
      <dgm:t>
        <a:bodyPr/>
        <a:lstStyle/>
        <a:p>
          <a:endParaRPr lang="en-US"/>
        </a:p>
      </dgm:t>
    </dgm:pt>
    <dgm:pt modelId="{1405530C-3B6A-4400-8279-9D20207343F6}">
      <dgm:prSet phldrT="[Text]"/>
      <dgm:spPr/>
      <dgm:t>
        <a:bodyPr/>
        <a:lstStyle/>
        <a:p>
          <a:r>
            <a:rPr lang="en-US"/>
            <a:t>Xem bệnh nhân của khoa</a:t>
          </a:r>
        </a:p>
      </dgm:t>
    </dgm:pt>
    <dgm:pt modelId="{811C7F25-26A1-4983-9143-B9D4408CC8BC}" type="parTrans" cxnId="{5205BA98-131C-40AD-974C-E38B68F5DCF6}">
      <dgm:prSet/>
      <dgm:spPr/>
      <dgm:t>
        <a:bodyPr/>
        <a:lstStyle/>
        <a:p>
          <a:endParaRPr lang="en-US"/>
        </a:p>
      </dgm:t>
    </dgm:pt>
    <dgm:pt modelId="{11F2D27B-0614-4690-A353-2A6A5F3C4F3F}" type="sibTrans" cxnId="{5205BA98-131C-40AD-974C-E38B68F5DCF6}">
      <dgm:prSet/>
      <dgm:spPr/>
      <dgm:t>
        <a:bodyPr/>
        <a:lstStyle/>
        <a:p>
          <a:endParaRPr lang="en-US"/>
        </a:p>
      </dgm:t>
    </dgm:pt>
    <dgm:pt modelId="{74BA2A31-6BBB-47F6-8D58-A5D338366E5D}">
      <dgm:prSet phldrT="[Text]"/>
      <dgm:spPr/>
      <dgm:t>
        <a:bodyPr/>
        <a:lstStyle/>
        <a:p>
          <a:r>
            <a:rPr lang="en-US"/>
            <a:t>Xem các đơn thuốc của khoa</a:t>
          </a:r>
        </a:p>
      </dgm:t>
    </dgm:pt>
    <dgm:pt modelId="{B578094D-F006-4354-A0D5-D6CCD0CAC7B5}" type="parTrans" cxnId="{C9158EEB-D037-41AB-9C0B-54440850DA73}">
      <dgm:prSet/>
      <dgm:spPr/>
      <dgm:t>
        <a:bodyPr/>
        <a:lstStyle/>
        <a:p>
          <a:endParaRPr lang="en-US"/>
        </a:p>
      </dgm:t>
    </dgm:pt>
    <dgm:pt modelId="{821B52BD-79AB-4779-A4BC-6F8EA9050B58}" type="sibTrans" cxnId="{C9158EEB-D037-41AB-9C0B-54440850DA73}">
      <dgm:prSet/>
      <dgm:spPr/>
      <dgm:t>
        <a:bodyPr/>
        <a:lstStyle/>
        <a:p>
          <a:endParaRPr lang="en-US"/>
        </a:p>
      </dgm:t>
    </dgm:pt>
    <dgm:pt modelId="{B65470FF-9036-48BA-B336-834F071A8FF3}">
      <dgm:prSet phldrT="[Text]"/>
      <dgm:spPr/>
      <dgm:t>
        <a:bodyPr/>
        <a:lstStyle/>
        <a:p>
          <a:r>
            <a:rPr lang="en-US"/>
            <a:t>Xem các đơn thuốc đã kê</a:t>
          </a:r>
        </a:p>
      </dgm:t>
    </dgm:pt>
    <dgm:pt modelId="{68032301-B7AD-4DEA-892F-3DBBCD8991CC}" type="parTrans" cxnId="{C3B72E49-FC6B-46CB-AE26-9B89CD74E271}">
      <dgm:prSet/>
      <dgm:spPr/>
      <dgm:t>
        <a:bodyPr/>
        <a:lstStyle/>
        <a:p>
          <a:endParaRPr lang="en-US"/>
        </a:p>
      </dgm:t>
    </dgm:pt>
    <dgm:pt modelId="{18298EE9-9BDF-4A3B-A8E6-532390BFCA39}" type="sibTrans" cxnId="{C3B72E49-FC6B-46CB-AE26-9B89CD74E271}">
      <dgm:prSet/>
      <dgm:spPr/>
      <dgm:t>
        <a:bodyPr/>
        <a:lstStyle/>
        <a:p>
          <a:endParaRPr lang="en-US"/>
        </a:p>
      </dgm:t>
    </dgm:pt>
    <dgm:pt modelId="{9164780E-E0D7-481A-8C93-0758A8B33606}">
      <dgm:prSet phldrT="[Text]"/>
      <dgm:spPr/>
      <dgm:t>
        <a:bodyPr/>
        <a:lstStyle/>
        <a:p>
          <a:r>
            <a:rPr lang="en-US"/>
            <a:t>dashboard hiệu suất làm việc</a:t>
          </a:r>
        </a:p>
      </dgm:t>
    </dgm:pt>
    <dgm:pt modelId="{6D95CDAA-9267-4DCF-8431-63E2672C4526}" type="parTrans" cxnId="{3B7DCF57-09A6-4B1F-9BBC-6EBD3F732F36}">
      <dgm:prSet/>
      <dgm:spPr/>
      <dgm:t>
        <a:bodyPr/>
        <a:lstStyle/>
        <a:p>
          <a:endParaRPr lang="en-US"/>
        </a:p>
      </dgm:t>
    </dgm:pt>
    <dgm:pt modelId="{F29C7C36-78E3-4A25-AA24-FB19DDDDFB97}" type="sibTrans" cxnId="{3B7DCF57-09A6-4B1F-9BBC-6EBD3F732F36}">
      <dgm:prSet/>
      <dgm:spPr/>
      <dgm:t>
        <a:bodyPr/>
        <a:lstStyle/>
        <a:p>
          <a:endParaRPr lang="en-US"/>
        </a:p>
      </dgm:t>
    </dgm:pt>
    <dgm:pt modelId="{86849EC4-9924-4124-B78D-130A80BBD5BE}">
      <dgm:prSet phldrT="[Text]"/>
      <dgm:spPr/>
      <dgm:t>
        <a:bodyPr/>
        <a:lstStyle/>
        <a:p>
          <a:r>
            <a:rPr lang="en-US"/>
            <a:t>Theo dõi tình trạng sức khỏe</a:t>
          </a:r>
        </a:p>
      </dgm:t>
    </dgm:pt>
    <dgm:pt modelId="{51AEC1B9-C406-4E31-9249-AD565663625B}" type="parTrans" cxnId="{4C440981-E9E4-41FE-9786-E4AB099D28DB}">
      <dgm:prSet/>
      <dgm:spPr/>
      <dgm:t>
        <a:bodyPr/>
        <a:lstStyle/>
        <a:p>
          <a:endParaRPr lang="en-US"/>
        </a:p>
      </dgm:t>
    </dgm:pt>
    <dgm:pt modelId="{C6BA5BF4-892D-4B39-A21C-1D499844977E}" type="sibTrans" cxnId="{4C440981-E9E4-41FE-9786-E4AB099D28DB}">
      <dgm:prSet/>
      <dgm:spPr/>
      <dgm:t>
        <a:bodyPr/>
        <a:lstStyle/>
        <a:p>
          <a:endParaRPr lang="en-US"/>
        </a:p>
      </dgm:t>
    </dgm:pt>
    <dgm:pt modelId="{F11CAEB8-4D9A-465B-BE23-6A3B571519D4}">
      <dgm:prSet phldrT="[Text]"/>
      <dgm:spPr/>
      <dgm:t>
        <a:bodyPr/>
        <a:lstStyle/>
        <a:p>
          <a:r>
            <a:rPr lang="en-US"/>
            <a:t>Tìm kiếm theo trạng thái</a:t>
          </a:r>
        </a:p>
      </dgm:t>
    </dgm:pt>
    <dgm:pt modelId="{05CA7CD8-EAE5-4E23-81BB-30E0647CBA44}" type="parTrans" cxnId="{3F7B5E5A-BF58-4CC2-ADEC-AD3C304ABE7D}">
      <dgm:prSet/>
      <dgm:spPr/>
      <dgm:t>
        <a:bodyPr/>
        <a:lstStyle/>
        <a:p>
          <a:endParaRPr lang="en-US"/>
        </a:p>
      </dgm:t>
    </dgm:pt>
    <dgm:pt modelId="{1F03018C-98EC-4AFF-8334-2F23F2D0BBAA}" type="sibTrans" cxnId="{3F7B5E5A-BF58-4CC2-ADEC-AD3C304ABE7D}">
      <dgm:prSet/>
      <dgm:spPr/>
      <dgm:t>
        <a:bodyPr/>
        <a:lstStyle/>
        <a:p>
          <a:endParaRPr lang="en-US"/>
        </a:p>
      </dgm:t>
    </dgm:pt>
    <dgm:pt modelId="{DFFFD082-536B-4B15-8A2F-F0881D8DF046}">
      <dgm:prSet phldrT="[Text]"/>
      <dgm:spPr/>
      <dgm:t>
        <a:bodyPr/>
        <a:lstStyle/>
        <a:p>
          <a:r>
            <a:rPr lang="en-US"/>
            <a:t>Xem các đơn thuốc được kê cho bn</a:t>
          </a:r>
        </a:p>
      </dgm:t>
    </dgm:pt>
    <dgm:pt modelId="{571AE12E-72A1-4620-ABB1-F1183E3D2C1E}" type="parTrans" cxnId="{33AAD017-25AF-4EE6-B365-144BC2D66767}">
      <dgm:prSet/>
      <dgm:spPr/>
      <dgm:t>
        <a:bodyPr/>
        <a:lstStyle/>
        <a:p>
          <a:endParaRPr lang="en-US"/>
        </a:p>
      </dgm:t>
    </dgm:pt>
    <dgm:pt modelId="{C980DB84-8BB3-4378-9461-40A0F8A34EDD}" type="sibTrans" cxnId="{33AAD017-25AF-4EE6-B365-144BC2D66767}">
      <dgm:prSet/>
      <dgm:spPr/>
      <dgm:t>
        <a:bodyPr/>
        <a:lstStyle/>
        <a:p>
          <a:endParaRPr lang="en-US"/>
        </a:p>
      </dgm:t>
    </dgm:pt>
    <dgm:pt modelId="{C08E3BDA-EFE7-4916-97A4-545ACABBB572}">
      <dgm:prSet phldrT="[Text]"/>
      <dgm:spPr/>
      <dgm:t>
        <a:bodyPr/>
        <a:lstStyle/>
        <a:p>
          <a:r>
            <a:rPr lang="en-US"/>
            <a:t>Tạo đơn thuốc cho bệnh nhân cũ</a:t>
          </a:r>
        </a:p>
      </dgm:t>
    </dgm:pt>
    <dgm:pt modelId="{43642063-409A-4E93-9F4E-11345D8F580D}" type="parTrans" cxnId="{DF0F4946-5352-4C52-9F1C-229428A110CA}">
      <dgm:prSet/>
      <dgm:spPr/>
      <dgm:t>
        <a:bodyPr/>
        <a:lstStyle/>
        <a:p>
          <a:endParaRPr lang="en-US"/>
        </a:p>
      </dgm:t>
    </dgm:pt>
    <dgm:pt modelId="{B3901185-E8EB-4A24-B9DC-4088E42C54DD}" type="sibTrans" cxnId="{DF0F4946-5352-4C52-9F1C-229428A110CA}">
      <dgm:prSet/>
      <dgm:spPr/>
      <dgm:t>
        <a:bodyPr/>
        <a:lstStyle/>
        <a:p>
          <a:endParaRPr lang="en-US"/>
        </a:p>
      </dgm:t>
    </dgm:pt>
    <dgm:pt modelId="{60E82946-4609-44BE-B248-3B2637A84517}">
      <dgm:prSet phldrT="[Text]"/>
      <dgm:spPr/>
      <dgm:t>
        <a:bodyPr/>
        <a:lstStyle/>
        <a:p>
          <a:r>
            <a:rPr lang="en-US"/>
            <a:t>Tạo đơn thuốc cho bệnh nhân mới</a:t>
          </a:r>
        </a:p>
      </dgm:t>
    </dgm:pt>
    <dgm:pt modelId="{D3A4157A-39AE-4F27-B7CC-103A79F5F434}" type="parTrans" cxnId="{32FC4779-F40D-4160-8553-0761F71200DA}">
      <dgm:prSet/>
      <dgm:spPr/>
      <dgm:t>
        <a:bodyPr/>
        <a:lstStyle/>
        <a:p>
          <a:endParaRPr lang="en-US"/>
        </a:p>
      </dgm:t>
    </dgm:pt>
    <dgm:pt modelId="{928DEC67-7305-4FE9-B00F-EE41CDA3C033}" type="sibTrans" cxnId="{32FC4779-F40D-4160-8553-0761F71200DA}">
      <dgm:prSet/>
      <dgm:spPr/>
      <dgm:t>
        <a:bodyPr/>
        <a:lstStyle/>
        <a:p>
          <a:endParaRPr lang="en-US"/>
        </a:p>
      </dgm:t>
    </dgm:pt>
    <dgm:pt modelId="{4B6B456B-317F-4A87-A79C-6FD789AB234A}" type="pres">
      <dgm:prSet presAssocID="{72E0B3A9-94DA-4B4A-AF2F-9981E1FD575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8660E39-3ED7-4ED3-83C7-A845FB3E3F8A}" type="pres">
      <dgm:prSet presAssocID="{DE024912-8150-488C-830E-5A476A30CBC8}" presName="hierRoot1" presStyleCnt="0">
        <dgm:presLayoutVars>
          <dgm:hierBranch val="init"/>
        </dgm:presLayoutVars>
      </dgm:prSet>
      <dgm:spPr/>
    </dgm:pt>
    <dgm:pt modelId="{FBC7D905-405B-4F5F-927B-58BA0BB36001}" type="pres">
      <dgm:prSet presAssocID="{DE024912-8150-488C-830E-5A476A30CBC8}" presName="rootComposite1" presStyleCnt="0"/>
      <dgm:spPr/>
    </dgm:pt>
    <dgm:pt modelId="{3C41DFDC-8047-42E7-BF26-21056F1F70AB}" type="pres">
      <dgm:prSet presAssocID="{DE024912-8150-488C-830E-5A476A30CBC8}" presName="rootText1" presStyleLbl="node0" presStyleIdx="0" presStyleCnt="1">
        <dgm:presLayoutVars>
          <dgm:chPref val="3"/>
        </dgm:presLayoutVars>
      </dgm:prSet>
      <dgm:spPr/>
    </dgm:pt>
    <dgm:pt modelId="{90368852-4C87-47E2-857B-C476B20A6BCC}" type="pres">
      <dgm:prSet presAssocID="{DE024912-8150-488C-830E-5A476A30CBC8}" presName="rootConnector1" presStyleLbl="node1" presStyleIdx="0" presStyleCnt="0"/>
      <dgm:spPr/>
    </dgm:pt>
    <dgm:pt modelId="{5CAE52D7-598D-4C4C-A822-D3D3AC297B5A}" type="pres">
      <dgm:prSet presAssocID="{DE024912-8150-488C-830E-5A476A30CBC8}" presName="hierChild2" presStyleCnt="0"/>
      <dgm:spPr/>
    </dgm:pt>
    <dgm:pt modelId="{2F0D93D8-98F7-44E8-8BFF-A855A848288B}" type="pres">
      <dgm:prSet presAssocID="{D86BE8E5-F975-4EC5-BA52-3EB2D904C16F}" presName="Name37" presStyleLbl="parChTrans1D2" presStyleIdx="0" presStyleCnt="3"/>
      <dgm:spPr/>
    </dgm:pt>
    <dgm:pt modelId="{A729F889-7F92-44C2-87FA-14C09A946267}" type="pres">
      <dgm:prSet presAssocID="{E122E1CC-6A94-4022-A0A2-3BBCF93961C9}" presName="hierRoot2" presStyleCnt="0">
        <dgm:presLayoutVars>
          <dgm:hierBranch val="init"/>
        </dgm:presLayoutVars>
      </dgm:prSet>
      <dgm:spPr/>
    </dgm:pt>
    <dgm:pt modelId="{F350ED9E-689C-414F-B8A3-006168A0D633}" type="pres">
      <dgm:prSet presAssocID="{E122E1CC-6A94-4022-A0A2-3BBCF93961C9}" presName="rootComposite" presStyleCnt="0"/>
      <dgm:spPr/>
    </dgm:pt>
    <dgm:pt modelId="{CC32A86F-5F73-4E16-B3C9-5B158AFB1E50}" type="pres">
      <dgm:prSet presAssocID="{E122E1CC-6A94-4022-A0A2-3BBCF93961C9}" presName="rootText" presStyleLbl="node2" presStyleIdx="0" presStyleCnt="3">
        <dgm:presLayoutVars>
          <dgm:chPref val="3"/>
        </dgm:presLayoutVars>
      </dgm:prSet>
      <dgm:spPr/>
    </dgm:pt>
    <dgm:pt modelId="{91C5B678-573F-490C-B50E-0CEA9680B5C2}" type="pres">
      <dgm:prSet presAssocID="{E122E1CC-6A94-4022-A0A2-3BBCF93961C9}" presName="rootConnector" presStyleLbl="node2" presStyleIdx="0" presStyleCnt="3"/>
      <dgm:spPr/>
    </dgm:pt>
    <dgm:pt modelId="{2E2FBB01-BF8D-4C41-AC09-4D6E3FB717AF}" type="pres">
      <dgm:prSet presAssocID="{E122E1CC-6A94-4022-A0A2-3BBCF93961C9}" presName="hierChild4" presStyleCnt="0"/>
      <dgm:spPr/>
    </dgm:pt>
    <dgm:pt modelId="{B619A76D-C050-4F97-BFBF-A7FF3912647B}" type="pres">
      <dgm:prSet presAssocID="{68032301-B7AD-4DEA-892F-3DBBCD8991CC}" presName="Name37" presStyleLbl="parChTrans1D3" presStyleIdx="0" presStyleCnt="7"/>
      <dgm:spPr/>
    </dgm:pt>
    <dgm:pt modelId="{22497D6D-AB71-4554-B854-F9DA02E46CF3}" type="pres">
      <dgm:prSet presAssocID="{B65470FF-9036-48BA-B336-834F071A8FF3}" presName="hierRoot2" presStyleCnt="0">
        <dgm:presLayoutVars>
          <dgm:hierBranch val="init"/>
        </dgm:presLayoutVars>
      </dgm:prSet>
      <dgm:spPr/>
    </dgm:pt>
    <dgm:pt modelId="{54642487-01D8-463C-B6F0-CED7CF0BE818}" type="pres">
      <dgm:prSet presAssocID="{B65470FF-9036-48BA-B336-834F071A8FF3}" presName="rootComposite" presStyleCnt="0"/>
      <dgm:spPr/>
    </dgm:pt>
    <dgm:pt modelId="{D565A357-09CA-47F6-8FAA-F620ADF62807}" type="pres">
      <dgm:prSet presAssocID="{B65470FF-9036-48BA-B336-834F071A8FF3}" presName="rootText" presStyleLbl="node3" presStyleIdx="0" presStyleCnt="7">
        <dgm:presLayoutVars>
          <dgm:chPref val="3"/>
        </dgm:presLayoutVars>
      </dgm:prSet>
      <dgm:spPr/>
    </dgm:pt>
    <dgm:pt modelId="{3D02617A-9F0C-4A0B-B86D-DC8CE399AC71}" type="pres">
      <dgm:prSet presAssocID="{B65470FF-9036-48BA-B336-834F071A8FF3}" presName="rootConnector" presStyleLbl="node3" presStyleIdx="0" presStyleCnt="7"/>
      <dgm:spPr/>
    </dgm:pt>
    <dgm:pt modelId="{28801B36-47DC-4143-9DA9-0A9C4D61DD21}" type="pres">
      <dgm:prSet presAssocID="{B65470FF-9036-48BA-B336-834F071A8FF3}" presName="hierChild4" presStyleCnt="0"/>
      <dgm:spPr/>
    </dgm:pt>
    <dgm:pt modelId="{ACEE265C-FD0B-4E84-B179-49EBC72E7455}" type="pres">
      <dgm:prSet presAssocID="{B65470FF-9036-48BA-B336-834F071A8FF3}" presName="hierChild5" presStyleCnt="0"/>
      <dgm:spPr/>
    </dgm:pt>
    <dgm:pt modelId="{8D0AAD9D-E6B4-41BF-9A8B-D317DE4079B5}" type="pres">
      <dgm:prSet presAssocID="{6D95CDAA-9267-4DCF-8431-63E2672C4526}" presName="Name37" presStyleLbl="parChTrans1D3" presStyleIdx="1" presStyleCnt="7"/>
      <dgm:spPr/>
    </dgm:pt>
    <dgm:pt modelId="{A1F3D0A2-0F05-41B1-B7B6-CE20EA72DADD}" type="pres">
      <dgm:prSet presAssocID="{9164780E-E0D7-481A-8C93-0758A8B33606}" presName="hierRoot2" presStyleCnt="0">
        <dgm:presLayoutVars>
          <dgm:hierBranch val="init"/>
        </dgm:presLayoutVars>
      </dgm:prSet>
      <dgm:spPr/>
    </dgm:pt>
    <dgm:pt modelId="{8D5FA805-FE10-4A37-8F3A-137ED96D4092}" type="pres">
      <dgm:prSet presAssocID="{9164780E-E0D7-481A-8C93-0758A8B33606}" presName="rootComposite" presStyleCnt="0"/>
      <dgm:spPr/>
    </dgm:pt>
    <dgm:pt modelId="{FB829213-4F38-494B-9131-C6FBCD772D02}" type="pres">
      <dgm:prSet presAssocID="{9164780E-E0D7-481A-8C93-0758A8B33606}" presName="rootText" presStyleLbl="node3" presStyleIdx="1" presStyleCnt="7">
        <dgm:presLayoutVars>
          <dgm:chPref val="3"/>
        </dgm:presLayoutVars>
      </dgm:prSet>
      <dgm:spPr/>
    </dgm:pt>
    <dgm:pt modelId="{D7299113-9B62-4A7E-9EA9-24BF43D3FECC}" type="pres">
      <dgm:prSet presAssocID="{9164780E-E0D7-481A-8C93-0758A8B33606}" presName="rootConnector" presStyleLbl="node3" presStyleIdx="1" presStyleCnt="7"/>
      <dgm:spPr/>
    </dgm:pt>
    <dgm:pt modelId="{3F0EF569-F547-4D45-92D3-07DD56797048}" type="pres">
      <dgm:prSet presAssocID="{9164780E-E0D7-481A-8C93-0758A8B33606}" presName="hierChild4" presStyleCnt="0"/>
      <dgm:spPr/>
    </dgm:pt>
    <dgm:pt modelId="{66DB7CAF-01AD-4151-B416-A4D021A5DF7F}" type="pres">
      <dgm:prSet presAssocID="{9164780E-E0D7-481A-8C93-0758A8B33606}" presName="hierChild5" presStyleCnt="0"/>
      <dgm:spPr/>
    </dgm:pt>
    <dgm:pt modelId="{863D8547-53B2-4443-8313-0E3FA7A7C58A}" type="pres">
      <dgm:prSet presAssocID="{E122E1CC-6A94-4022-A0A2-3BBCF93961C9}" presName="hierChild5" presStyleCnt="0"/>
      <dgm:spPr/>
    </dgm:pt>
    <dgm:pt modelId="{2EA7E1D7-3128-43C6-96AA-1E491B421CAD}" type="pres">
      <dgm:prSet presAssocID="{811C7F25-26A1-4983-9143-B9D4408CC8BC}" presName="Name37" presStyleLbl="parChTrans1D2" presStyleIdx="1" presStyleCnt="3"/>
      <dgm:spPr/>
    </dgm:pt>
    <dgm:pt modelId="{351CA81E-96D9-458C-B79B-61C502DDB533}" type="pres">
      <dgm:prSet presAssocID="{1405530C-3B6A-4400-8279-9D20207343F6}" presName="hierRoot2" presStyleCnt="0">
        <dgm:presLayoutVars>
          <dgm:hierBranch val="init"/>
        </dgm:presLayoutVars>
      </dgm:prSet>
      <dgm:spPr/>
    </dgm:pt>
    <dgm:pt modelId="{E0A91740-5E7A-483E-8101-5E0005ACCC16}" type="pres">
      <dgm:prSet presAssocID="{1405530C-3B6A-4400-8279-9D20207343F6}" presName="rootComposite" presStyleCnt="0"/>
      <dgm:spPr/>
    </dgm:pt>
    <dgm:pt modelId="{ECC0813C-71C5-4830-9C8C-F690A89CFF87}" type="pres">
      <dgm:prSet presAssocID="{1405530C-3B6A-4400-8279-9D20207343F6}" presName="rootText" presStyleLbl="node2" presStyleIdx="1" presStyleCnt="3">
        <dgm:presLayoutVars>
          <dgm:chPref val="3"/>
        </dgm:presLayoutVars>
      </dgm:prSet>
      <dgm:spPr/>
    </dgm:pt>
    <dgm:pt modelId="{8F0DFDA0-7AD4-4AA7-85F7-24DC96800EBE}" type="pres">
      <dgm:prSet presAssocID="{1405530C-3B6A-4400-8279-9D20207343F6}" presName="rootConnector" presStyleLbl="node2" presStyleIdx="1" presStyleCnt="3"/>
      <dgm:spPr/>
    </dgm:pt>
    <dgm:pt modelId="{6E70195F-7AB6-4782-858E-E4B5FED255ED}" type="pres">
      <dgm:prSet presAssocID="{1405530C-3B6A-4400-8279-9D20207343F6}" presName="hierChild4" presStyleCnt="0"/>
      <dgm:spPr/>
    </dgm:pt>
    <dgm:pt modelId="{A4CA9C87-CDF0-47B0-B2AD-DFBD8AE24653}" type="pres">
      <dgm:prSet presAssocID="{51AEC1B9-C406-4E31-9249-AD565663625B}" presName="Name37" presStyleLbl="parChTrans1D3" presStyleIdx="2" presStyleCnt="7"/>
      <dgm:spPr/>
    </dgm:pt>
    <dgm:pt modelId="{ACEDAB5A-4202-4646-A2D0-26B6B4B3477F}" type="pres">
      <dgm:prSet presAssocID="{86849EC4-9924-4124-B78D-130A80BBD5BE}" presName="hierRoot2" presStyleCnt="0">
        <dgm:presLayoutVars>
          <dgm:hierBranch val="init"/>
        </dgm:presLayoutVars>
      </dgm:prSet>
      <dgm:spPr/>
    </dgm:pt>
    <dgm:pt modelId="{B5113849-3631-4F84-AA25-31BADFF2F925}" type="pres">
      <dgm:prSet presAssocID="{86849EC4-9924-4124-B78D-130A80BBD5BE}" presName="rootComposite" presStyleCnt="0"/>
      <dgm:spPr/>
    </dgm:pt>
    <dgm:pt modelId="{EDD1EFB6-6935-4E1C-8A60-A5A96DAD0AE8}" type="pres">
      <dgm:prSet presAssocID="{86849EC4-9924-4124-B78D-130A80BBD5BE}" presName="rootText" presStyleLbl="node3" presStyleIdx="2" presStyleCnt="7">
        <dgm:presLayoutVars>
          <dgm:chPref val="3"/>
        </dgm:presLayoutVars>
      </dgm:prSet>
      <dgm:spPr/>
    </dgm:pt>
    <dgm:pt modelId="{DA9FD90B-DED9-4126-B12F-035586182C52}" type="pres">
      <dgm:prSet presAssocID="{86849EC4-9924-4124-B78D-130A80BBD5BE}" presName="rootConnector" presStyleLbl="node3" presStyleIdx="2" presStyleCnt="7"/>
      <dgm:spPr/>
    </dgm:pt>
    <dgm:pt modelId="{13E43A6E-5DD2-40FF-81DC-67ABCDED939B}" type="pres">
      <dgm:prSet presAssocID="{86849EC4-9924-4124-B78D-130A80BBD5BE}" presName="hierChild4" presStyleCnt="0"/>
      <dgm:spPr/>
    </dgm:pt>
    <dgm:pt modelId="{399DAA47-AD01-41BE-B736-15E6A33E560C}" type="pres">
      <dgm:prSet presAssocID="{86849EC4-9924-4124-B78D-130A80BBD5BE}" presName="hierChild5" presStyleCnt="0"/>
      <dgm:spPr/>
    </dgm:pt>
    <dgm:pt modelId="{6DB75332-6653-4B4C-B2FB-CEEFE20EBA4C}" type="pres">
      <dgm:prSet presAssocID="{05CA7CD8-EAE5-4E23-81BB-30E0647CBA44}" presName="Name37" presStyleLbl="parChTrans1D3" presStyleIdx="3" presStyleCnt="7"/>
      <dgm:spPr/>
    </dgm:pt>
    <dgm:pt modelId="{E36027D9-961C-48CF-9A9D-B5ACF95D153B}" type="pres">
      <dgm:prSet presAssocID="{F11CAEB8-4D9A-465B-BE23-6A3B571519D4}" presName="hierRoot2" presStyleCnt="0">
        <dgm:presLayoutVars>
          <dgm:hierBranch val="init"/>
        </dgm:presLayoutVars>
      </dgm:prSet>
      <dgm:spPr/>
    </dgm:pt>
    <dgm:pt modelId="{BAD33FAA-4995-4832-B7AB-3362241D2864}" type="pres">
      <dgm:prSet presAssocID="{F11CAEB8-4D9A-465B-BE23-6A3B571519D4}" presName="rootComposite" presStyleCnt="0"/>
      <dgm:spPr/>
    </dgm:pt>
    <dgm:pt modelId="{15309E0B-D5E5-4726-8289-235D5BCA9520}" type="pres">
      <dgm:prSet presAssocID="{F11CAEB8-4D9A-465B-BE23-6A3B571519D4}" presName="rootText" presStyleLbl="node3" presStyleIdx="3" presStyleCnt="7">
        <dgm:presLayoutVars>
          <dgm:chPref val="3"/>
        </dgm:presLayoutVars>
      </dgm:prSet>
      <dgm:spPr/>
    </dgm:pt>
    <dgm:pt modelId="{F26C67D5-4FE4-4998-AEFA-6AFB96147F5D}" type="pres">
      <dgm:prSet presAssocID="{F11CAEB8-4D9A-465B-BE23-6A3B571519D4}" presName="rootConnector" presStyleLbl="node3" presStyleIdx="3" presStyleCnt="7"/>
      <dgm:spPr/>
    </dgm:pt>
    <dgm:pt modelId="{F725C755-2FD8-4FB4-A5D1-F6F4851BEF83}" type="pres">
      <dgm:prSet presAssocID="{F11CAEB8-4D9A-465B-BE23-6A3B571519D4}" presName="hierChild4" presStyleCnt="0"/>
      <dgm:spPr/>
    </dgm:pt>
    <dgm:pt modelId="{E6E60AB9-4358-4D38-8330-0650808D64F6}" type="pres">
      <dgm:prSet presAssocID="{F11CAEB8-4D9A-465B-BE23-6A3B571519D4}" presName="hierChild5" presStyleCnt="0"/>
      <dgm:spPr/>
    </dgm:pt>
    <dgm:pt modelId="{AA1B1A16-D122-48C8-BEAC-531A1F1CD0FC}" type="pres">
      <dgm:prSet presAssocID="{1405530C-3B6A-4400-8279-9D20207343F6}" presName="hierChild5" presStyleCnt="0"/>
      <dgm:spPr/>
    </dgm:pt>
    <dgm:pt modelId="{CE66FDB6-93D7-4473-86DB-B0446A6A2DF8}" type="pres">
      <dgm:prSet presAssocID="{B578094D-F006-4354-A0D5-D6CCD0CAC7B5}" presName="Name37" presStyleLbl="parChTrans1D2" presStyleIdx="2" presStyleCnt="3"/>
      <dgm:spPr/>
    </dgm:pt>
    <dgm:pt modelId="{440DD874-4C43-4D2D-A099-E638EABA3C25}" type="pres">
      <dgm:prSet presAssocID="{74BA2A31-6BBB-47F6-8D58-A5D338366E5D}" presName="hierRoot2" presStyleCnt="0">
        <dgm:presLayoutVars>
          <dgm:hierBranch val="init"/>
        </dgm:presLayoutVars>
      </dgm:prSet>
      <dgm:spPr/>
    </dgm:pt>
    <dgm:pt modelId="{1CF17F97-1BB8-441B-99D9-35A0A973CD26}" type="pres">
      <dgm:prSet presAssocID="{74BA2A31-6BBB-47F6-8D58-A5D338366E5D}" presName="rootComposite" presStyleCnt="0"/>
      <dgm:spPr/>
    </dgm:pt>
    <dgm:pt modelId="{4249AF69-BA9A-4957-9985-9261DA6A576D}" type="pres">
      <dgm:prSet presAssocID="{74BA2A31-6BBB-47F6-8D58-A5D338366E5D}" presName="rootText" presStyleLbl="node2" presStyleIdx="2" presStyleCnt="3">
        <dgm:presLayoutVars>
          <dgm:chPref val="3"/>
        </dgm:presLayoutVars>
      </dgm:prSet>
      <dgm:spPr/>
    </dgm:pt>
    <dgm:pt modelId="{613FCB8A-20D6-41D2-A307-34C3D6C028CE}" type="pres">
      <dgm:prSet presAssocID="{74BA2A31-6BBB-47F6-8D58-A5D338366E5D}" presName="rootConnector" presStyleLbl="node2" presStyleIdx="2" presStyleCnt="3"/>
      <dgm:spPr/>
    </dgm:pt>
    <dgm:pt modelId="{066C2980-2E7E-4686-8B91-53BF96FD64E7}" type="pres">
      <dgm:prSet presAssocID="{74BA2A31-6BBB-47F6-8D58-A5D338366E5D}" presName="hierChild4" presStyleCnt="0"/>
      <dgm:spPr/>
    </dgm:pt>
    <dgm:pt modelId="{6C8C5423-0DA6-4816-ADC8-ADB1C7581951}" type="pres">
      <dgm:prSet presAssocID="{571AE12E-72A1-4620-ABB1-F1183E3D2C1E}" presName="Name37" presStyleLbl="parChTrans1D3" presStyleIdx="4" presStyleCnt="7"/>
      <dgm:spPr/>
    </dgm:pt>
    <dgm:pt modelId="{703D8BCB-E4B7-40F3-86CF-7A2090F256FD}" type="pres">
      <dgm:prSet presAssocID="{DFFFD082-536B-4B15-8A2F-F0881D8DF046}" presName="hierRoot2" presStyleCnt="0">
        <dgm:presLayoutVars>
          <dgm:hierBranch val="init"/>
        </dgm:presLayoutVars>
      </dgm:prSet>
      <dgm:spPr/>
    </dgm:pt>
    <dgm:pt modelId="{D5541BFA-F0B7-49EC-A5CD-6D43F03D83CE}" type="pres">
      <dgm:prSet presAssocID="{DFFFD082-536B-4B15-8A2F-F0881D8DF046}" presName="rootComposite" presStyleCnt="0"/>
      <dgm:spPr/>
    </dgm:pt>
    <dgm:pt modelId="{E7A17B27-5C35-4C41-BE86-552AB16F80E6}" type="pres">
      <dgm:prSet presAssocID="{DFFFD082-536B-4B15-8A2F-F0881D8DF046}" presName="rootText" presStyleLbl="node3" presStyleIdx="4" presStyleCnt="7">
        <dgm:presLayoutVars>
          <dgm:chPref val="3"/>
        </dgm:presLayoutVars>
      </dgm:prSet>
      <dgm:spPr/>
    </dgm:pt>
    <dgm:pt modelId="{2763CB9D-2552-4D8F-ABAF-1787EA4E7767}" type="pres">
      <dgm:prSet presAssocID="{DFFFD082-536B-4B15-8A2F-F0881D8DF046}" presName="rootConnector" presStyleLbl="node3" presStyleIdx="4" presStyleCnt="7"/>
      <dgm:spPr/>
    </dgm:pt>
    <dgm:pt modelId="{9F5A537D-7073-489D-9D50-ADAAE0A3BE70}" type="pres">
      <dgm:prSet presAssocID="{DFFFD082-536B-4B15-8A2F-F0881D8DF046}" presName="hierChild4" presStyleCnt="0"/>
      <dgm:spPr/>
    </dgm:pt>
    <dgm:pt modelId="{844340A5-702C-43DA-9FD1-01202B749620}" type="pres">
      <dgm:prSet presAssocID="{DFFFD082-536B-4B15-8A2F-F0881D8DF046}" presName="hierChild5" presStyleCnt="0"/>
      <dgm:spPr/>
    </dgm:pt>
    <dgm:pt modelId="{6BC37F21-3D4B-491B-9BDC-AC6BA2A7A144}" type="pres">
      <dgm:prSet presAssocID="{43642063-409A-4E93-9F4E-11345D8F580D}" presName="Name37" presStyleLbl="parChTrans1D3" presStyleIdx="5" presStyleCnt="7"/>
      <dgm:spPr/>
    </dgm:pt>
    <dgm:pt modelId="{DDF20E60-B63E-43B1-9AE1-2CA67CBC2483}" type="pres">
      <dgm:prSet presAssocID="{C08E3BDA-EFE7-4916-97A4-545ACABBB572}" presName="hierRoot2" presStyleCnt="0">
        <dgm:presLayoutVars>
          <dgm:hierBranch val="init"/>
        </dgm:presLayoutVars>
      </dgm:prSet>
      <dgm:spPr/>
    </dgm:pt>
    <dgm:pt modelId="{E990746A-9B2B-495F-BCC7-10CC12B8C283}" type="pres">
      <dgm:prSet presAssocID="{C08E3BDA-EFE7-4916-97A4-545ACABBB572}" presName="rootComposite" presStyleCnt="0"/>
      <dgm:spPr/>
    </dgm:pt>
    <dgm:pt modelId="{674A08E2-433D-4A58-B585-1BCE9B09440F}" type="pres">
      <dgm:prSet presAssocID="{C08E3BDA-EFE7-4916-97A4-545ACABBB572}" presName="rootText" presStyleLbl="node3" presStyleIdx="5" presStyleCnt="7">
        <dgm:presLayoutVars>
          <dgm:chPref val="3"/>
        </dgm:presLayoutVars>
      </dgm:prSet>
      <dgm:spPr/>
    </dgm:pt>
    <dgm:pt modelId="{E0B20ED8-EC2D-4913-9411-D116D25B3DC0}" type="pres">
      <dgm:prSet presAssocID="{C08E3BDA-EFE7-4916-97A4-545ACABBB572}" presName="rootConnector" presStyleLbl="node3" presStyleIdx="5" presStyleCnt="7"/>
      <dgm:spPr/>
    </dgm:pt>
    <dgm:pt modelId="{281EB7E2-A4D1-4D6C-BB50-BFD0B3B3A62D}" type="pres">
      <dgm:prSet presAssocID="{C08E3BDA-EFE7-4916-97A4-545ACABBB572}" presName="hierChild4" presStyleCnt="0"/>
      <dgm:spPr/>
    </dgm:pt>
    <dgm:pt modelId="{6976B89C-F4EA-4092-B811-D4BCF1463E85}" type="pres">
      <dgm:prSet presAssocID="{C08E3BDA-EFE7-4916-97A4-545ACABBB572}" presName="hierChild5" presStyleCnt="0"/>
      <dgm:spPr/>
    </dgm:pt>
    <dgm:pt modelId="{99B8C1C3-5B8F-4194-B8EA-AE07BF205D4B}" type="pres">
      <dgm:prSet presAssocID="{D3A4157A-39AE-4F27-B7CC-103A79F5F434}" presName="Name37" presStyleLbl="parChTrans1D3" presStyleIdx="6" presStyleCnt="7"/>
      <dgm:spPr/>
    </dgm:pt>
    <dgm:pt modelId="{FB7BAD57-C349-4C4A-9343-C833D5C205E5}" type="pres">
      <dgm:prSet presAssocID="{60E82946-4609-44BE-B248-3B2637A84517}" presName="hierRoot2" presStyleCnt="0">
        <dgm:presLayoutVars>
          <dgm:hierBranch val="init"/>
        </dgm:presLayoutVars>
      </dgm:prSet>
      <dgm:spPr/>
    </dgm:pt>
    <dgm:pt modelId="{39DE4D4F-B16C-4326-AB5D-694186496C0F}" type="pres">
      <dgm:prSet presAssocID="{60E82946-4609-44BE-B248-3B2637A84517}" presName="rootComposite" presStyleCnt="0"/>
      <dgm:spPr/>
    </dgm:pt>
    <dgm:pt modelId="{9533B035-00D6-49AE-95A2-6BEAE71379B7}" type="pres">
      <dgm:prSet presAssocID="{60E82946-4609-44BE-B248-3B2637A84517}" presName="rootText" presStyleLbl="node3" presStyleIdx="6" presStyleCnt="7">
        <dgm:presLayoutVars>
          <dgm:chPref val="3"/>
        </dgm:presLayoutVars>
      </dgm:prSet>
      <dgm:spPr/>
    </dgm:pt>
    <dgm:pt modelId="{E0C7A135-F7B1-4A2A-AF29-B69DBE4E8AB1}" type="pres">
      <dgm:prSet presAssocID="{60E82946-4609-44BE-B248-3B2637A84517}" presName="rootConnector" presStyleLbl="node3" presStyleIdx="6" presStyleCnt="7"/>
      <dgm:spPr/>
    </dgm:pt>
    <dgm:pt modelId="{FBBDED72-F0B2-409B-8C9B-D8C4F7E9F008}" type="pres">
      <dgm:prSet presAssocID="{60E82946-4609-44BE-B248-3B2637A84517}" presName="hierChild4" presStyleCnt="0"/>
      <dgm:spPr/>
    </dgm:pt>
    <dgm:pt modelId="{DD94A7A6-0632-48E8-A1D3-9B278B7DAD65}" type="pres">
      <dgm:prSet presAssocID="{60E82946-4609-44BE-B248-3B2637A84517}" presName="hierChild5" presStyleCnt="0"/>
      <dgm:spPr/>
    </dgm:pt>
    <dgm:pt modelId="{347A5A9F-B3A7-46C1-82D5-13CEB6421292}" type="pres">
      <dgm:prSet presAssocID="{74BA2A31-6BBB-47F6-8D58-A5D338366E5D}" presName="hierChild5" presStyleCnt="0"/>
      <dgm:spPr/>
    </dgm:pt>
    <dgm:pt modelId="{7E55971D-3AAF-4EE8-9490-634657573850}" type="pres">
      <dgm:prSet presAssocID="{DE024912-8150-488C-830E-5A476A30CBC8}" presName="hierChild3" presStyleCnt="0"/>
      <dgm:spPr/>
    </dgm:pt>
  </dgm:ptLst>
  <dgm:cxnLst>
    <dgm:cxn modelId="{2BF01203-CAD1-4D67-AAD5-A24BF26687C9}" type="presOf" srcId="{F11CAEB8-4D9A-465B-BE23-6A3B571519D4}" destId="{15309E0B-D5E5-4726-8289-235D5BCA9520}" srcOrd="0" destOrd="0" presId="urn:microsoft.com/office/officeart/2005/8/layout/orgChart1"/>
    <dgm:cxn modelId="{91FC8E05-74D9-4274-9CA0-990C6C6EDC9E}" type="presOf" srcId="{DE024912-8150-488C-830E-5A476A30CBC8}" destId="{90368852-4C87-47E2-857B-C476B20A6BCC}" srcOrd="1" destOrd="0" presId="urn:microsoft.com/office/officeart/2005/8/layout/orgChart1"/>
    <dgm:cxn modelId="{33AAD017-25AF-4EE6-B365-144BC2D66767}" srcId="{74BA2A31-6BBB-47F6-8D58-A5D338366E5D}" destId="{DFFFD082-536B-4B15-8A2F-F0881D8DF046}" srcOrd="0" destOrd="0" parTransId="{571AE12E-72A1-4620-ABB1-F1183E3D2C1E}" sibTransId="{C980DB84-8BB3-4378-9461-40A0F8A34EDD}"/>
    <dgm:cxn modelId="{8CBC151E-54C3-411D-BECA-2B23D47F2746}" type="presOf" srcId="{74BA2A31-6BBB-47F6-8D58-A5D338366E5D}" destId="{613FCB8A-20D6-41D2-A307-34C3D6C028CE}" srcOrd="1" destOrd="0" presId="urn:microsoft.com/office/officeart/2005/8/layout/orgChart1"/>
    <dgm:cxn modelId="{DA228328-9378-43AE-A4FF-A342383A254F}" type="presOf" srcId="{43642063-409A-4E93-9F4E-11345D8F580D}" destId="{6BC37F21-3D4B-491B-9BDC-AC6BA2A7A144}" srcOrd="0" destOrd="0" presId="urn:microsoft.com/office/officeart/2005/8/layout/orgChart1"/>
    <dgm:cxn modelId="{6B5A502F-A88F-4C48-9C30-22C7377E3700}" type="presOf" srcId="{60E82946-4609-44BE-B248-3B2637A84517}" destId="{E0C7A135-F7B1-4A2A-AF29-B69DBE4E8AB1}" srcOrd="1" destOrd="0" presId="urn:microsoft.com/office/officeart/2005/8/layout/orgChart1"/>
    <dgm:cxn modelId="{DB342933-4ADC-4941-84A1-C60D2AE539BD}" type="presOf" srcId="{D86BE8E5-F975-4EC5-BA52-3EB2D904C16F}" destId="{2F0D93D8-98F7-44E8-8BFF-A855A848288B}" srcOrd="0" destOrd="0" presId="urn:microsoft.com/office/officeart/2005/8/layout/orgChart1"/>
    <dgm:cxn modelId="{EB1BC13E-4121-41FE-9833-8993770C442E}" type="presOf" srcId="{74BA2A31-6BBB-47F6-8D58-A5D338366E5D}" destId="{4249AF69-BA9A-4957-9985-9261DA6A576D}" srcOrd="0" destOrd="0" presId="urn:microsoft.com/office/officeart/2005/8/layout/orgChart1"/>
    <dgm:cxn modelId="{2E995442-B62B-4D29-98FB-02DB79728794}" type="presOf" srcId="{C08E3BDA-EFE7-4916-97A4-545ACABBB572}" destId="{E0B20ED8-EC2D-4913-9411-D116D25B3DC0}" srcOrd="1" destOrd="0" presId="urn:microsoft.com/office/officeart/2005/8/layout/orgChart1"/>
    <dgm:cxn modelId="{CB591A63-D354-440E-8707-DF8AEE6521E1}" type="presOf" srcId="{B65470FF-9036-48BA-B336-834F071A8FF3}" destId="{3D02617A-9F0C-4A0B-B86D-DC8CE399AC71}" srcOrd="1" destOrd="0" presId="urn:microsoft.com/office/officeart/2005/8/layout/orgChart1"/>
    <dgm:cxn modelId="{DF0F4946-5352-4C52-9F1C-229428A110CA}" srcId="{74BA2A31-6BBB-47F6-8D58-A5D338366E5D}" destId="{C08E3BDA-EFE7-4916-97A4-545ACABBB572}" srcOrd="1" destOrd="0" parTransId="{43642063-409A-4E93-9F4E-11345D8F580D}" sibTransId="{B3901185-E8EB-4A24-B9DC-4088E42C54DD}"/>
    <dgm:cxn modelId="{B4599046-3C6C-4002-9932-E2F816359C5B}" type="presOf" srcId="{B65470FF-9036-48BA-B336-834F071A8FF3}" destId="{D565A357-09CA-47F6-8FAA-F620ADF62807}" srcOrd="0" destOrd="0" presId="urn:microsoft.com/office/officeart/2005/8/layout/orgChart1"/>
    <dgm:cxn modelId="{C3B72E49-FC6B-46CB-AE26-9B89CD74E271}" srcId="{E122E1CC-6A94-4022-A0A2-3BBCF93961C9}" destId="{B65470FF-9036-48BA-B336-834F071A8FF3}" srcOrd="0" destOrd="0" parTransId="{68032301-B7AD-4DEA-892F-3DBBCD8991CC}" sibTransId="{18298EE9-9BDF-4A3B-A8E6-532390BFCA39}"/>
    <dgm:cxn modelId="{A749354A-F287-41B9-B57D-2D30BC0E7C9D}" type="presOf" srcId="{DFFFD082-536B-4B15-8A2F-F0881D8DF046}" destId="{E7A17B27-5C35-4C41-BE86-552AB16F80E6}" srcOrd="0" destOrd="0" presId="urn:microsoft.com/office/officeart/2005/8/layout/orgChart1"/>
    <dgm:cxn modelId="{31F3E74B-F92D-4EEC-8A20-68747C28B2A9}" type="presOf" srcId="{DE024912-8150-488C-830E-5A476A30CBC8}" destId="{3C41DFDC-8047-42E7-BF26-21056F1F70AB}" srcOrd="0" destOrd="0" presId="urn:microsoft.com/office/officeart/2005/8/layout/orgChart1"/>
    <dgm:cxn modelId="{1697716C-22C9-4C28-82B6-1785B74F283B}" type="presOf" srcId="{E122E1CC-6A94-4022-A0A2-3BBCF93961C9}" destId="{91C5B678-573F-490C-B50E-0CEA9680B5C2}" srcOrd="1" destOrd="0" presId="urn:microsoft.com/office/officeart/2005/8/layout/orgChart1"/>
    <dgm:cxn modelId="{502A5B4D-DE59-495C-931C-CBD8FAF4BA96}" type="presOf" srcId="{05CA7CD8-EAE5-4E23-81BB-30E0647CBA44}" destId="{6DB75332-6653-4B4C-B2FB-CEEFE20EBA4C}" srcOrd="0" destOrd="0" presId="urn:microsoft.com/office/officeart/2005/8/layout/orgChart1"/>
    <dgm:cxn modelId="{3369694D-0561-48EC-BAFF-FB0055D6B6AB}" srcId="{DE024912-8150-488C-830E-5A476A30CBC8}" destId="{E122E1CC-6A94-4022-A0A2-3BBCF93961C9}" srcOrd="0" destOrd="0" parTransId="{D86BE8E5-F975-4EC5-BA52-3EB2D904C16F}" sibTransId="{7BDD3B69-7D4F-4921-926B-F6092E3AA04E}"/>
    <dgm:cxn modelId="{0C056B6E-0BCD-452F-9F97-AC4A2649C339}" type="presOf" srcId="{811C7F25-26A1-4983-9143-B9D4408CC8BC}" destId="{2EA7E1D7-3128-43C6-96AA-1E491B421CAD}" srcOrd="0" destOrd="0" presId="urn:microsoft.com/office/officeart/2005/8/layout/orgChart1"/>
    <dgm:cxn modelId="{3B7DCF57-09A6-4B1F-9BBC-6EBD3F732F36}" srcId="{E122E1CC-6A94-4022-A0A2-3BBCF93961C9}" destId="{9164780E-E0D7-481A-8C93-0758A8B33606}" srcOrd="1" destOrd="0" parTransId="{6D95CDAA-9267-4DCF-8431-63E2672C4526}" sibTransId="{F29C7C36-78E3-4A25-AA24-FB19DDDDFB97}"/>
    <dgm:cxn modelId="{32FC4779-F40D-4160-8553-0761F71200DA}" srcId="{74BA2A31-6BBB-47F6-8D58-A5D338366E5D}" destId="{60E82946-4609-44BE-B248-3B2637A84517}" srcOrd="2" destOrd="0" parTransId="{D3A4157A-39AE-4F27-B7CC-103A79F5F434}" sibTransId="{928DEC67-7305-4FE9-B00F-EE41CDA3C033}"/>
    <dgm:cxn modelId="{3F7B5E5A-BF58-4CC2-ADEC-AD3C304ABE7D}" srcId="{1405530C-3B6A-4400-8279-9D20207343F6}" destId="{F11CAEB8-4D9A-465B-BE23-6A3B571519D4}" srcOrd="1" destOrd="0" parTransId="{05CA7CD8-EAE5-4E23-81BB-30E0647CBA44}" sibTransId="{1F03018C-98EC-4AFF-8334-2F23F2D0BBAA}"/>
    <dgm:cxn modelId="{F1AD4C7D-92A5-4C46-A6B7-8AC72DE18B01}" type="presOf" srcId="{1405530C-3B6A-4400-8279-9D20207343F6}" destId="{8F0DFDA0-7AD4-4AA7-85F7-24DC96800EBE}" srcOrd="1" destOrd="0" presId="urn:microsoft.com/office/officeart/2005/8/layout/orgChart1"/>
    <dgm:cxn modelId="{4C440981-E9E4-41FE-9786-E4AB099D28DB}" srcId="{1405530C-3B6A-4400-8279-9D20207343F6}" destId="{86849EC4-9924-4124-B78D-130A80BBD5BE}" srcOrd="0" destOrd="0" parTransId="{51AEC1B9-C406-4E31-9249-AD565663625B}" sibTransId="{C6BA5BF4-892D-4B39-A21C-1D499844977E}"/>
    <dgm:cxn modelId="{A2E93084-5FFC-4C33-BDF2-FD258E159F26}" type="presOf" srcId="{51AEC1B9-C406-4E31-9249-AD565663625B}" destId="{A4CA9C87-CDF0-47B0-B2AD-DFBD8AE24653}" srcOrd="0" destOrd="0" presId="urn:microsoft.com/office/officeart/2005/8/layout/orgChart1"/>
    <dgm:cxn modelId="{C0C16585-425F-4316-9422-FED4E332ED7F}" type="presOf" srcId="{DFFFD082-536B-4B15-8A2F-F0881D8DF046}" destId="{2763CB9D-2552-4D8F-ABAF-1787EA4E7767}" srcOrd="1" destOrd="0" presId="urn:microsoft.com/office/officeart/2005/8/layout/orgChart1"/>
    <dgm:cxn modelId="{79795185-97CA-4601-B305-140C01BE9B2D}" type="presOf" srcId="{B578094D-F006-4354-A0D5-D6CCD0CAC7B5}" destId="{CE66FDB6-93D7-4473-86DB-B0446A6A2DF8}" srcOrd="0" destOrd="0" presId="urn:microsoft.com/office/officeart/2005/8/layout/orgChart1"/>
    <dgm:cxn modelId="{37CDD287-182A-46BD-9FDB-FA2CED43ABC3}" type="presOf" srcId="{9164780E-E0D7-481A-8C93-0758A8B33606}" destId="{FB829213-4F38-494B-9131-C6FBCD772D02}" srcOrd="0" destOrd="0" presId="urn:microsoft.com/office/officeart/2005/8/layout/orgChart1"/>
    <dgm:cxn modelId="{FE121B8C-BB50-4F09-B60C-ABA83C5DB6C4}" type="presOf" srcId="{E122E1CC-6A94-4022-A0A2-3BBCF93961C9}" destId="{CC32A86F-5F73-4E16-B3C9-5B158AFB1E50}" srcOrd="0" destOrd="0" presId="urn:microsoft.com/office/officeart/2005/8/layout/orgChart1"/>
    <dgm:cxn modelId="{6BE95F8E-C507-4CB0-89D4-A6E7BB9E1CBE}" type="presOf" srcId="{D3A4157A-39AE-4F27-B7CC-103A79F5F434}" destId="{99B8C1C3-5B8F-4194-B8EA-AE07BF205D4B}" srcOrd="0" destOrd="0" presId="urn:microsoft.com/office/officeart/2005/8/layout/orgChart1"/>
    <dgm:cxn modelId="{8A1C4691-F0FC-4CC4-B668-F072876373AE}" type="presOf" srcId="{86849EC4-9924-4124-B78D-130A80BBD5BE}" destId="{DA9FD90B-DED9-4126-B12F-035586182C52}" srcOrd="1" destOrd="0" presId="urn:microsoft.com/office/officeart/2005/8/layout/orgChart1"/>
    <dgm:cxn modelId="{5205BA98-131C-40AD-974C-E38B68F5DCF6}" srcId="{DE024912-8150-488C-830E-5A476A30CBC8}" destId="{1405530C-3B6A-4400-8279-9D20207343F6}" srcOrd="1" destOrd="0" parTransId="{811C7F25-26A1-4983-9143-B9D4408CC8BC}" sibTransId="{11F2D27B-0614-4690-A353-2A6A5F3C4F3F}"/>
    <dgm:cxn modelId="{54F0519D-8BA7-4C9B-9812-16B4EE9EB216}" type="presOf" srcId="{F11CAEB8-4D9A-465B-BE23-6A3B571519D4}" destId="{F26C67D5-4FE4-4998-AEFA-6AFB96147F5D}" srcOrd="1" destOrd="0" presId="urn:microsoft.com/office/officeart/2005/8/layout/orgChart1"/>
    <dgm:cxn modelId="{C20356A1-1DBA-4F46-BF18-FB4BFC81D819}" type="presOf" srcId="{9164780E-E0D7-481A-8C93-0758A8B33606}" destId="{D7299113-9B62-4A7E-9EA9-24BF43D3FECC}" srcOrd="1" destOrd="0" presId="urn:microsoft.com/office/officeart/2005/8/layout/orgChart1"/>
    <dgm:cxn modelId="{17144AA6-E973-40AD-AA14-B08A5C9740B2}" srcId="{72E0B3A9-94DA-4B4A-AF2F-9981E1FD575A}" destId="{DE024912-8150-488C-830E-5A476A30CBC8}" srcOrd="0" destOrd="0" parTransId="{ABA54986-A9DA-4A16-8F60-F19950F4A942}" sibTransId="{FBA14786-D60B-4047-852F-D13A4E1EAABF}"/>
    <dgm:cxn modelId="{48235DAA-C46C-4CD5-8CAD-04F53AFD7E52}" type="presOf" srcId="{68032301-B7AD-4DEA-892F-3DBBCD8991CC}" destId="{B619A76D-C050-4F97-BFBF-A7FF3912647B}" srcOrd="0" destOrd="0" presId="urn:microsoft.com/office/officeart/2005/8/layout/orgChart1"/>
    <dgm:cxn modelId="{25BB71B8-8466-4BE4-9D8E-5D6F9496B7A2}" type="presOf" srcId="{571AE12E-72A1-4620-ABB1-F1183E3D2C1E}" destId="{6C8C5423-0DA6-4816-ADC8-ADB1C7581951}" srcOrd="0" destOrd="0" presId="urn:microsoft.com/office/officeart/2005/8/layout/orgChart1"/>
    <dgm:cxn modelId="{0A5C5EC1-2F7E-423F-8F96-66A417FC1D54}" type="presOf" srcId="{1405530C-3B6A-4400-8279-9D20207343F6}" destId="{ECC0813C-71C5-4830-9C8C-F690A89CFF87}" srcOrd="0" destOrd="0" presId="urn:microsoft.com/office/officeart/2005/8/layout/orgChart1"/>
    <dgm:cxn modelId="{A9A347D2-2E7B-4298-B848-B0DAB83A8D37}" type="presOf" srcId="{C08E3BDA-EFE7-4916-97A4-545ACABBB572}" destId="{674A08E2-433D-4A58-B585-1BCE9B09440F}" srcOrd="0" destOrd="0" presId="urn:microsoft.com/office/officeart/2005/8/layout/orgChart1"/>
    <dgm:cxn modelId="{38BF92D3-1AB4-4C7C-B4E8-B417BBD953A5}" type="presOf" srcId="{60E82946-4609-44BE-B248-3B2637A84517}" destId="{9533B035-00D6-49AE-95A2-6BEAE71379B7}" srcOrd="0" destOrd="0" presId="urn:microsoft.com/office/officeart/2005/8/layout/orgChart1"/>
    <dgm:cxn modelId="{F35832D9-7B96-4BBE-A4A6-9ECFD593FD42}" type="presOf" srcId="{86849EC4-9924-4124-B78D-130A80BBD5BE}" destId="{EDD1EFB6-6935-4E1C-8A60-A5A96DAD0AE8}" srcOrd="0" destOrd="0" presId="urn:microsoft.com/office/officeart/2005/8/layout/orgChart1"/>
    <dgm:cxn modelId="{39C697D9-8E29-4435-AC05-3A9E5091633D}" type="presOf" srcId="{72E0B3A9-94DA-4B4A-AF2F-9981E1FD575A}" destId="{4B6B456B-317F-4A87-A79C-6FD789AB234A}" srcOrd="0" destOrd="0" presId="urn:microsoft.com/office/officeart/2005/8/layout/orgChart1"/>
    <dgm:cxn modelId="{C9158EEB-D037-41AB-9C0B-54440850DA73}" srcId="{DE024912-8150-488C-830E-5A476A30CBC8}" destId="{74BA2A31-6BBB-47F6-8D58-A5D338366E5D}" srcOrd="2" destOrd="0" parTransId="{B578094D-F006-4354-A0D5-D6CCD0CAC7B5}" sibTransId="{821B52BD-79AB-4779-A4BC-6F8EA9050B58}"/>
    <dgm:cxn modelId="{4214F8ED-1C27-4DE5-ABCC-B897260394B4}" type="presOf" srcId="{6D95CDAA-9267-4DCF-8431-63E2672C4526}" destId="{8D0AAD9D-E6B4-41BF-9A8B-D317DE4079B5}" srcOrd="0" destOrd="0" presId="urn:microsoft.com/office/officeart/2005/8/layout/orgChart1"/>
    <dgm:cxn modelId="{52B58342-B2A2-4060-B5E7-0EDBCBE162B9}" type="presParOf" srcId="{4B6B456B-317F-4A87-A79C-6FD789AB234A}" destId="{28660E39-3ED7-4ED3-83C7-A845FB3E3F8A}" srcOrd="0" destOrd="0" presId="urn:microsoft.com/office/officeart/2005/8/layout/orgChart1"/>
    <dgm:cxn modelId="{22A7AF10-AC59-4FB1-AD24-0D0F7F21E81D}" type="presParOf" srcId="{28660E39-3ED7-4ED3-83C7-A845FB3E3F8A}" destId="{FBC7D905-405B-4F5F-927B-58BA0BB36001}" srcOrd="0" destOrd="0" presId="urn:microsoft.com/office/officeart/2005/8/layout/orgChart1"/>
    <dgm:cxn modelId="{235D34E3-26AC-424A-9597-B954AC249576}" type="presParOf" srcId="{FBC7D905-405B-4F5F-927B-58BA0BB36001}" destId="{3C41DFDC-8047-42E7-BF26-21056F1F70AB}" srcOrd="0" destOrd="0" presId="urn:microsoft.com/office/officeart/2005/8/layout/orgChart1"/>
    <dgm:cxn modelId="{464FBBE5-20E2-4498-B496-43AC9FAEDB4A}" type="presParOf" srcId="{FBC7D905-405B-4F5F-927B-58BA0BB36001}" destId="{90368852-4C87-47E2-857B-C476B20A6BCC}" srcOrd="1" destOrd="0" presId="urn:microsoft.com/office/officeart/2005/8/layout/orgChart1"/>
    <dgm:cxn modelId="{7A00C28A-C94F-47F3-88D0-FE7AE8D4D60C}" type="presParOf" srcId="{28660E39-3ED7-4ED3-83C7-A845FB3E3F8A}" destId="{5CAE52D7-598D-4C4C-A822-D3D3AC297B5A}" srcOrd="1" destOrd="0" presId="urn:microsoft.com/office/officeart/2005/8/layout/orgChart1"/>
    <dgm:cxn modelId="{2AF06BE3-C4BC-461E-9F85-AA824689089A}" type="presParOf" srcId="{5CAE52D7-598D-4C4C-A822-D3D3AC297B5A}" destId="{2F0D93D8-98F7-44E8-8BFF-A855A848288B}" srcOrd="0" destOrd="0" presId="urn:microsoft.com/office/officeart/2005/8/layout/orgChart1"/>
    <dgm:cxn modelId="{BB7BA3CB-92B0-43BE-A1B3-B39E1D5EE7AA}" type="presParOf" srcId="{5CAE52D7-598D-4C4C-A822-D3D3AC297B5A}" destId="{A729F889-7F92-44C2-87FA-14C09A946267}" srcOrd="1" destOrd="0" presId="urn:microsoft.com/office/officeart/2005/8/layout/orgChart1"/>
    <dgm:cxn modelId="{44B0FB0F-BF97-4FA9-B0E1-87E0A16151FA}" type="presParOf" srcId="{A729F889-7F92-44C2-87FA-14C09A946267}" destId="{F350ED9E-689C-414F-B8A3-006168A0D633}" srcOrd="0" destOrd="0" presId="urn:microsoft.com/office/officeart/2005/8/layout/orgChart1"/>
    <dgm:cxn modelId="{E2C05C50-8094-4DAF-93E7-558ECC861931}" type="presParOf" srcId="{F350ED9E-689C-414F-B8A3-006168A0D633}" destId="{CC32A86F-5F73-4E16-B3C9-5B158AFB1E50}" srcOrd="0" destOrd="0" presId="urn:microsoft.com/office/officeart/2005/8/layout/orgChart1"/>
    <dgm:cxn modelId="{F5895630-8236-4238-9633-FDB7B3182441}" type="presParOf" srcId="{F350ED9E-689C-414F-B8A3-006168A0D633}" destId="{91C5B678-573F-490C-B50E-0CEA9680B5C2}" srcOrd="1" destOrd="0" presId="urn:microsoft.com/office/officeart/2005/8/layout/orgChart1"/>
    <dgm:cxn modelId="{6AA3E776-29A8-45C1-A18B-812044DC262F}" type="presParOf" srcId="{A729F889-7F92-44C2-87FA-14C09A946267}" destId="{2E2FBB01-BF8D-4C41-AC09-4D6E3FB717AF}" srcOrd="1" destOrd="0" presId="urn:microsoft.com/office/officeart/2005/8/layout/orgChart1"/>
    <dgm:cxn modelId="{328C9868-284C-4F8D-A958-247BF92642E8}" type="presParOf" srcId="{2E2FBB01-BF8D-4C41-AC09-4D6E3FB717AF}" destId="{B619A76D-C050-4F97-BFBF-A7FF3912647B}" srcOrd="0" destOrd="0" presId="urn:microsoft.com/office/officeart/2005/8/layout/orgChart1"/>
    <dgm:cxn modelId="{29335711-C39C-4C2F-AF00-ABBF881B3B77}" type="presParOf" srcId="{2E2FBB01-BF8D-4C41-AC09-4D6E3FB717AF}" destId="{22497D6D-AB71-4554-B854-F9DA02E46CF3}" srcOrd="1" destOrd="0" presId="urn:microsoft.com/office/officeart/2005/8/layout/orgChart1"/>
    <dgm:cxn modelId="{FFF1CA05-96EE-4168-9142-868DA5062916}" type="presParOf" srcId="{22497D6D-AB71-4554-B854-F9DA02E46CF3}" destId="{54642487-01D8-463C-B6F0-CED7CF0BE818}" srcOrd="0" destOrd="0" presId="urn:microsoft.com/office/officeart/2005/8/layout/orgChart1"/>
    <dgm:cxn modelId="{302A00DA-31AD-491A-9A5F-DC4627FBDEE3}" type="presParOf" srcId="{54642487-01D8-463C-B6F0-CED7CF0BE818}" destId="{D565A357-09CA-47F6-8FAA-F620ADF62807}" srcOrd="0" destOrd="0" presId="urn:microsoft.com/office/officeart/2005/8/layout/orgChart1"/>
    <dgm:cxn modelId="{426960B0-F91B-4FCE-95A0-518DBD7327E0}" type="presParOf" srcId="{54642487-01D8-463C-B6F0-CED7CF0BE818}" destId="{3D02617A-9F0C-4A0B-B86D-DC8CE399AC71}" srcOrd="1" destOrd="0" presId="urn:microsoft.com/office/officeart/2005/8/layout/orgChart1"/>
    <dgm:cxn modelId="{ABD51D15-301D-43A5-95F2-8550F48B90B9}" type="presParOf" srcId="{22497D6D-AB71-4554-B854-F9DA02E46CF3}" destId="{28801B36-47DC-4143-9DA9-0A9C4D61DD21}" srcOrd="1" destOrd="0" presId="urn:microsoft.com/office/officeart/2005/8/layout/orgChart1"/>
    <dgm:cxn modelId="{2619FCED-2EB9-4835-BAAA-0B0C807D2B81}" type="presParOf" srcId="{22497D6D-AB71-4554-B854-F9DA02E46CF3}" destId="{ACEE265C-FD0B-4E84-B179-49EBC72E7455}" srcOrd="2" destOrd="0" presId="urn:microsoft.com/office/officeart/2005/8/layout/orgChart1"/>
    <dgm:cxn modelId="{AA8C04A1-569A-46EA-A4DF-D8D041B94BA8}" type="presParOf" srcId="{2E2FBB01-BF8D-4C41-AC09-4D6E3FB717AF}" destId="{8D0AAD9D-E6B4-41BF-9A8B-D317DE4079B5}" srcOrd="2" destOrd="0" presId="urn:microsoft.com/office/officeart/2005/8/layout/orgChart1"/>
    <dgm:cxn modelId="{DB85293D-D068-4466-B06F-109AA20C8955}" type="presParOf" srcId="{2E2FBB01-BF8D-4C41-AC09-4D6E3FB717AF}" destId="{A1F3D0A2-0F05-41B1-B7B6-CE20EA72DADD}" srcOrd="3" destOrd="0" presId="urn:microsoft.com/office/officeart/2005/8/layout/orgChart1"/>
    <dgm:cxn modelId="{3D053EEE-3428-49BC-A16B-D012FD7BD17C}" type="presParOf" srcId="{A1F3D0A2-0F05-41B1-B7B6-CE20EA72DADD}" destId="{8D5FA805-FE10-4A37-8F3A-137ED96D4092}" srcOrd="0" destOrd="0" presId="urn:microsoft.com/office/officeart/2005/8/layout/orgChart1"/>
    <dgm:cxn modelId="{8B91C34E-4D13-43AA-8DB5-48EB7B22C61C}" type="presParOf" srcId="{8D5FA805-FE10-4A37-8F3A-137ED96D4092}" destId="{FB829213-4F38-494B-9131-C6FBCD772D02}" srcOrd="0" destOrd="0" presId="urn:microsoft.com/office/officeart/2005/8/layout/orgChart1"/>
    <dgm:cxn modelId="{7C6BFB59-17E4-4AC9-8560-F4C409E8D440}" type="presParOf" srcId="{8D5FA805-FE10-4A37-8F3A-137ED96D4092}" destId="{D7299113-9B62-4A7E-9EA9-24BF43D3FECC}" srcOrd="1" destOrd="0" presId="urn:microsoft.com/office/officeart/2005/8/layout/orgChart1"/>
    <dgm:cxn modelId="{FDE732EB-8D87-4F02-B1C4-3345A3D845BF}" type="presParOf" srcId="{A1F3D0A2-0F05-41B1-B7B6-CE20EA72DADD}" destId="{3F0EF569-F547-4D45-92D3-07DD56797048}" srcOrd="1" destOrd="0" presId="urn:microsoft.com/office/officeart/2005/8/layout/orgChart1"/>
    <dgm:cxn modelId="{1885AB15-1432-4B35-8B9F-E7D800D9E669}" type="presParOf" srcId="{A1F3D0A2-0F05-41B1-B7B6-CE20EA72DADD}" destId="{66DB7CAF-01AD-4151-B416-A4D021A5DF7F}" srcOrd="2" destOrd="0" presId="urn:microsoft.com/office/officeart/2005/8/layout/orgChart1"/>
    <dgm:cxn modelId="{64C4BA32-6C5F-4EC2-89B3-9575D4317294}" type="presParOf" srcId="{A729F889-7F92-44C2-87FA-14C09A946267}" destId="{863D8547-53B2-4443-8313-0E3FA7A7C58A}" srcOrd="2" destOrd="0" presId="urn:microsoft.com/office/officeart/2005/8/layout/orgChart1"/>
    <dgm:cxn modelId="{ABA5F288-0E22-4F49-AA67-8B833C841166}" type="presParOf" srcId="{5CAE52D7-598D-4C4C-A822-D3D3AC297B5A}" destId="{2EA7E1D7-3128-43C6-96AA-1E491B421CAD}" srcOrd="2" destOrd="0" presId="urn:microsoft.com/office/officeart/2005/8/layout/orgChart1"/>
    <dgm:cxn modelId="{D4B279F3-6F54-4C34-86B7-1F5A620B7FAB}" type="presParOf" srcId="{5CAE52D7-598D-4C4C-A822-D3D3AC297B5A}" destId="{351CA81E-96D9-458C-B79B-61C502DDB533}" srcOrd="3" destOrd="0" presId="urn:microsoft.com/office/officeart/2005/8/layout/orgChart1"/>
    <dgm:cxn modelId="{BEEEBB7F-2AD1-4295-89B7-52B8D74679D3}" type="presParOf" srcId="{351CA81E-96D9-458C-B79B-61C502DDB533}" destId="{E0A91740-5E7A-483E-8101-5E0005ACCC16}" srcOrd="0" destOrd="0" presId="urn:microsoft.com/office/officeart/2005/8/layout/orgChart1"/>
    <dgm:cxn modelId="{1BD33455-8CC8-4304-922B-564FEA354528}" type="presParOf" srcId="{E0A91740-5E7A-483E-8101-5E0005ACCC16}" destId="{ECC0813C-71C5-4830-9C8C-F690A89CFF87}" srcOrd="0" destOrd="0" presId="urn:microsoft.com/office/officeart/2005/8/layout/orgChart1"/>
    <dgm:cxn modelId="{49A66766-0195-49AE-937D-B0C621B294CE}" type="presParOf" srcId="{E0A91740-5E7A-483E-8101-5E0005ACCC16}" destId="{8F0DFDA0-7AD4-4AA7-85F7-24DC96800EBE}" srcOrd="1" destOrd="0" presId="urn:microsoft.com/office/officeart/2005/8/layout/orgChart1"/>
    <dgm:cxn modelId="{290D2E34-2044-48EC-BCAD-99AEBADC6FD0}" type="presParOf" srcId="{351CA81E-96D9-458C-B79B-61C502DDB533}" destId="{6E70195F-7AB6-4782-858E-E4B5FED255ED}" srcOrd="1" destOrd="0" presId="urn:microsoft.com/office/officeart/2005/8/layout/orgChart1"/>
    <dgm:cxn modelId="{951E8D27-0592-4DFF-B52F-07F854F66175}" type="presParOf" srcId="{6E70195F-7AB6-4782-858E-E4B5FED255ED}" destId="{A4CA9C87-CDF0-47B0-B2AD-DFBD8AE24653}" srcOrd="0" destOrd="0" presId="urn:microsoft.com/office/officeart/2005/8/layout/orgChart1"/>
    <dgm:cxn modelId="{90285EEB-7C5E-4DD4-8940-FD2370243932}" type="presParOf" srcId="{6E70195F-7AB6-4782-858E-E4B5FED255ED}" destId="{ACEDAB5A-4202-4646-A2D0-26B6B4B3477F}" srcOrd="1" destOrd="0" presId="urn:microsoft.com/office/officeart/2005/8/layout/orgChart1"/>
    <dgm:cxn modelId="{1BA52B5D-813C-4B9C-A3B7-08B8FFE2633C}" type="presParOf" srcId="{ACEDAB5A-4202-4646-A2D0-26B6B4B3477F}" destId="{B5113849-3631-4F84-AA25-31BADFF2F925}" srcOrd="0" destOrd="0" presId="urn:microsoft.com/office/officeart/2005/8/layout/orgChart1"/>
    <dgm:cxn modelId="{E97C96A4-FC6C-488C-B5A9-B79EA0392036}" type="presParOf" srcId="{B5113849-3631-4F84-AA25-31BADFF2F925}" destId="{EDD1EFB6-6935-4E1C-8A60-A5A96DAD0AE8}" srcOrd="0" destOrd="0" presId="urn:microsoft.com/office/officeart/2005/8/layout/orgChart1"/>
    <dgm:cxn modelId="{6F20C858-0294-40BB-ACAA-F65F370F72B4}" type="presParOf" srcId="{B5113849-3631-4F84-AA25-31BADFF2F925}" destId="{DA9FD90B-DED9-4126-B12F-035586182C52}" srcOrd="1" destOrd="0" presId="urn:microsoft.com/office/officeart/2005/8/layout/orgChart1"/>
    <dgm:cxn modelId="{A898D7B9-28E1-411B-A174-5198FD92204E}" type="presParOf" srcId="{ACEDAB5A-4202-4646-A2D0-26B6B4B3477F}" destId="{13E43A6E-5DD2-40FF-81DC-67ABCDED939B}" srcOrd="1" destOrd="0" presId="urn:microsoft.com/office/officeart/2005/8/layout/orgChart1"/>
    <dgm:cxn modelId="{CCEBD7B0-BCE9-47B7-BA85-8E09E0D3FFA9}" type="presParOf" srcId="{ACEDAB5A-4202-4646-A2D0-26B6B4B3477F}" destId="{399DAA47-AD01-41BE-B736-15E6A33E560C}" srcOrd="2" destOrd="0" presId="urn:microsoft.com/office/officeart/2005/8/layout/orgChart1"/>
    <dgm:cxn modelId="{DB5890A0-89A4-4589-BBD4-F711CD949AD6}" type="presParOf" srcId="{6E70195F-7AB6-4782-858E-E4B5FED255ED}" destId="{6DB75332-6653-4B4C-B2FB-CEEFE20EBA4C}" srcOrd="2" destOrd="0" presId="urn:microsoft.com/office/officeart/2005/8/layout/orgChart1"/>
    <dgm:cxn modelId="{1DBD13A3-473F-4486-BD8D-B7C95B9726C9}" type="presParOf" srcId="{6E70195F-7AB6-4782-858E-E4B5FED255ED}" destId="{E36027D9-961C-48CF-9A9D-B5ACF95D153B}" srcOrd="3" destOrd="0" presId="urn:microsoft.com/office/officeart/2005/8/layout/orgChart1"/>
    <dgm:cxn modelId="{C481B0F8-1D02-41CB-8A68-45E6034D1B40}" type="presParOf" srcId="{E36027D9-961C-48CF-9A9D-B5ACF95D153B}" destId="{BAD33FAA-4995-4832-B7AB-3362241D2864}" srcOrd="0" destOrd="0" presId="urn:microsoft.com/office/officeart/2005/8/layout/orgChart1"/>
    <dgm:cxn modelId="{DE96985E-E4EA-458B-826E-AF94CDD7F36E}" type="presParOf" srcId="{BAD33FAA-4995-4832-B7AB-3362241D2864}" destId="{15309E0B-D5E5-4726-8289-235D5BCA9520}" srcOrd="0" destOrd="0" presId="urn:microsoft.com/office/officeart/2005/8/layout/orgChart1"/>
    <dgm:cxn modelId="{A8874C4E-0AEC-43B4-A684-AA513C27CE4D}" type="presParOf" srcId="{BAD33FAA-4995-4832-B7AB-3362241D2864}" destId="{F26C67D5-4FE4-4998-AEFA-6AFB96147F5D}" srcOrd="1" destOrd="0" presId="urn:microsoft.com/office/officeart/2005/8/layout/orgChart1"/>
    <dgm:cxn modelId="{1B341AD6-583F-42BF-AED2-80DEF5A2A8EA}" type="presParOf" srcId="{E36027D9-961C-48CF-9A9D-B5ACF95D153B}" destId="{F725C755-2FD8-4FB4-A5D1-F6F4851BEF83}" srcOrd="1" destOrd="0" presId="urn:microsoft.com/office/officeart/2005/8/layout/orgChart1"/>
    <dgm:cxn modelId="{4787326D-EC52-47A2-9847-C9812E0A6151}" type="presParOf" srcId="{E36027D9-961C-48CF-9A9D-B5ACF95D153B}" destId="{E6E60AB9-4358-4D38-8330-0650808D64F6}" srcOrd="2" destOrd="0" presId="urn:microsoft.com/office/officeart/2005/8/layout/orgChart1"/>
    <dgm:cxn modelId="{2C00BFED-9BEE-4984-A34B-F9133B69CACB}" type="presParOf" srcId="{351CA81E-96D9-458C-B79B-61C502DDB533}" destId="{AA1B1A16-D122-48C8-BEAC-531A1F1CD0FC}" srcOrd="2" destOrd="0" presId="urn:microsoft.com/office/officeart/2005/8/layout/orgChart1"/>
    <dgm:cxn modelId="{A3B38C68-8787-44F2-BEEC-204ABDD1B828}" type="presParOf" srcId="{5CAE52D7-598D-4C4C-A822-D3D3AC297B5A}" destId="{CE66FDB6-93D7-4473-86DB-B0446A6A2DF8}" srcOrd="4" destOrd="0" presId="urn:microsoft.com/office/officeart/2005/8/layout/orgChart1"/>
    <dgm:cxn modelId="{E2A73D92-4C58-43A2-A1F9-C6AD0F6550EF}" type="presParOf" srcId="{5CAE52D7-598D-4C4C-A822-D3D3AC297B5A}" destId="{440DD874-4C43-4D2D-A099-E638EABA3C25}" srcOrd="5" destOrd="0" presId="urn:microsoft.com/office/officeart/2005/8/layout/orgChart1"/>
    <dgm:cxn modelId="{5471C57D-BAD9-4858-B9D7-D7859F188013}" type="presParOf" srcId="{440DD874-4C43-4D2D-A099-E638EABA3C25}" destId="{1CF17F97-1BB8-441B-99D9-35A0A973CD26}" srcOrd="0" destOrd="0" presId="urn:microsoft.com/office/officeart/2005/8/layout/orgChart1"/>
    <dgm:cxn modelId="{68CCC35F-3B96-4304-B288-5E0CAF133311}" type="presParOf" srcId="{1CF17F97-1BB8-441B-99D9-35A0A973CD26}" destId="{4249AF69-BA9A-4957-9985-9261DA6A576D}" srcOrd="0" destOrd="0" presId="urn:microsoft.com/office/officeart/2005/8/layout/orgChart1"/>
    <dgm:cxn modelId="{4AB82ABC-986B-4D9C-AF9F-C8B932AF023D}" type="presParOf" srcId="{1CF17F97-1BB8-441B-99D9-35A0A973CD26}" destId="{613FCB8A-20D6-41D2-A307-34C3D6C028CE}" srcOrd="1" destOrd="0" presId="urn:microsoft.com/office/officeart/2005/8/layout/orgChart1"/>
    <dgm:cxn modelId="{1E578BAE-8870-4567-9F24-BD3C0A8330D3}" type="presParOf" srcId="{440DD874-4C43-4D2D-A099-E638EABA3C25}" destId="{066C2980-2E7E-4686-8B91-53BF96FD64E7}" srcOrd="1" destOrd="0" presId="urn:microsoft.com/office/officeart/2005/8/layout/orgChart1"/>
    <dgm:cxn modelId="{142278EE-14DA-43E2-860F-71D15307E5B3}" type="presParOf" srcId="{066C2980-2E7E-4686-8B91-53BF96FD64E7}" destId="{6C8C5423-0DA6-4816-ADC8-ADB1C7581951}" srcOrd="0" destOrd="0" presId="urn:microsoft.com/office/officeart/2005/8/layout/orgChart1"/>
    <dgm:cxn modelId="{5EC7A27D-BA4C-47CC-B286-7288D5E54698}" type="presParOf" srcId="{066C2980-2E7E-4686-8B91-53BF96FD64E7}" destId="{703D8BCB-E4B7-40F3-86CF-7A2090F256FD}" srcOrd="1" destOrd="0" presId="urn:microsoft.com/office/officeart/2005/8/layout/orgChart1"/>
    <dgm:cxn modelId="{5A972C6C-1FC9-405B-B5B0-09395EA9F333}" type="presParOf" srcId="{703D8BCB-E4B7-40F3-86CF-7A2090F256FD}" destId="{D5541BFA-F0B7-49EC-A5CD-6D43F03D83CE}" srcOrd="0" destOrd="0" presId="urn:microsoft.com/office/officeart/2005/8/layout/orgChart1"/>
    <dgm:cxn modelId="{F91732FC-63AA-4EC3-91E4-0292FF036066}" type="presParOf" srcId="{D5541BFA-F0B7-49EC-A5CD-6D43F03D83CE}" destId="{E7A17B27-5C35-4C41-BE86-552AB16F80E6}" srcOrd="0" destOrd="0" presId="urn:microsoft.com/office/officeart/2005/8/layout/orgChart1"/>
    <dgm:cxn modelId="{599666EA-889C-490A-AE6B-C832F377C473}" type="presParOf" srcId="{D5541BFA-F0B7-49EC-A5CD-6D43F03D83CE}" destId="{2763CB9D-2552-4D8F-ABAF-1787EA4E7767}" srcOrd="1" destOrd="0" presId="urn:microsoft.com/office/officeart/2005/8/layout/orgChart1"/>
    <dgm:cxn modelId="{F7D9BCF2-06C8-4F15-83DF-A487725AC238}" type="presParOf" srcId="{703D8BCB-E4B7-40F3-86CF-7A2090F256FD}" destId="{9F5A537D-7073-489D-9D50-ADAAE0A3BE70}" srcOrd="1" destOrd="0" presId="urn:microsoft.com/office/officeart/2005/8/layout/orgChart1"/>
    <dgm:cxn modelId="{2E15531D-A86C-41AB-8B29-3471E887555E}" type="presParOf" srcId="{703D8BCB-E4B7-40F3-86CF-7A2090F256FD}" destId="{844340A5-702C-43DA-9FD1-01202B749620}" srcOrd="2" destOrd="0" presId="urn:microsoft.com/office/officeart/2005/8/layout/orgChart1"/>
    <dgm:cxn modelId="{D0E6A328-36BD-46D9-BB15-7FAB1AB913A0}" type="presParOf" srcId="{066C2980-2E7E-4686-8B91-53BF96FD64E7}" destId="{6BC37F21-3D4B-491B-9BDC-AC6BA2A7A144}" srcOrd="2" destOrd="0" presId="urn:microsoft.com/office/officeart/2005/8/layout/orgChart1"/>
    <dgm:cxn modelId="{D45447EE-BD4A-4788-89C5-23F879D71062}" type="presParOf" srcId="{066C2980-2E7E-4686-8B91-53BF96FD64E7}" destId="{DDF20E60-B63E-43B1-9AE1-2CA67CBC2483}" srcOrd="3" destOrd="0" presId="urn:microsoft.com/office/officeart/2005/8/layout/orgChart1"/>
    <dgm:cxn modelId="{4F5B1763-A8EE-4E77-95EB-A3A5EF5BD43D}" type="presParOf" srcId="{DDF20E60-B63E-43B1-9AE1-2CA67CBC2483}" destId="{E990746A-9B2B-495F-BCC7-10CC12B8C283}" srcOrd="0" destOrd="0" presId="urn:microsoft.com/office/officeart/2005/8/layout/orgChart1"/>
    <dgm:cxn modelId="{14E8E5E8-EA7C-48D2-9F56-574512D305BB}" type="presParOf" srcId="{E990746A-9B2B-495F-BCC7-10CC12B8C283}" destId="{674A08E2-433D-4A58-B585-1BCE9B09440F}" srcOrd="0" destOrd="0" presId="urn:microsoft.com/office/officeart/2005/8/layout/orgChart1"/>
    <dgm:cxn modelId="{BDB46872-CF60-4196-901B-1F06EFA38692}" type="presParOf" srcId="{E990746A-9B2B-495F-BCC7-10CC12B8C283}" destId="{E0B20ED8-EC2D-4913-9411-D116D25B3DC0}" srcOrd="1" destOrd="0" presId="urn:microsoft.com/office/officeart/2005/8/layout/orgChart1"/>
    <dgm:cxn modelId="{FD4F206F-B9E8-444F-A224-7F80329C1CBC}" type="presParOf" srcId="{DDF20E60-B63E-43B1-9AE1-2CA67CBC2483}" destId="{281EB7E2-A4D1-4D6C-BB50-BFD0B3B3A62D}" srcOrd="1" destOrd="0" presId="urn:microsoft.com/office/officeart/2005/8/layout/orgChart1"/>
    <dgm:cxn modelId="{1B0EDA9D-C7B1-4456-AFB6-73C51EA96DB4}" type="presParOf" srcId="{DDF20E60-B63E-43B1-9AE1-2CA67CBC2483}" destId="{6976B89C-F4EA-4092-B811-D4BCF1463E85}" srcOrd="2" destOrd="0" presId="urn:microsoft.com/office/officeart/2005/8/layout/orgChart1"/>
    <dgm:cxn modelId="{B23F6D08-3FD5-4A56-BEAE-B1C7F14BBB5A}" type="presParOf" srcId="{066C2980-2E7E-4686-8B91-53BF96FD64E7}" destId="{99B8C1C3-5B8F-4194-B8EA-AE07BF205D4B}" srcOrd="4" destOrd="0" presId="urn:microsoft.com/office/officeart/2005/8/layout/orgChart1"/>
    <dgm:cxn modelId="{04F8081A-E0E0-4BAF-B8E1-AD41E4EF21D9}" type="presParOf" srcId="{066C2980-2E7E-4686-8B91-53BF96FD64E7}" destId="{FB7BAD57-C349-4C4A-9343-C833D5C205E5}" srcOrd="5" destOrd="0" presId="urn:microsoft.com/office/officeart/2005/8/layout/orgChart1"/>
    <dgm:cxn modelId="{243BBDA0-DF90-4633-876D-D28BCD36AA9C}" type="presParOf" srcId="{FB7BAD57-C349-4C4A-9343-C833D5C205E5}" destId="{39DE4D4F-B16C-4326-AB5D-694186496C0F}" srcOrd="0" destOrd="0" presId="urn:microsoft.com/office/officeart/2005/8/layout/orgChart1"/>
    <dgm:cxn modelId="{F7477840-27C9-4F73-9CD3-3E2D0BA177A5}" type="presParOf" srcId="{39DE4D4F-B16C-4326-AB5D-694186496C0F}" destId="{9533B035-00D6-49AE-95A2-6BEAE71379B7}" srcOrd="0" destOrd="0" presId="urn:microsoft.com/office/officeart/2005/8/layout/orgChart1"/>
    <dgm:cxn modelId="{3A7408CE-980D-4A73-A435-8D75796BF193}" type="presParOf" srcId="{39DE4D4F-B16C-4326-AB5D-694186496C0F}" destId="{E0C7A135-F7B1-4A2A-AF29-B69DBE4E8AB1}" srcOrd="1" destOrd="0" presId="urn:microsoft.com/office/officeart/2005/8/layout/orgChart1"/>
    <dgm:cxn modelId="{CF2F7098-6E5A-4C1F-B5B6-3902C1ADEF4A}" type="presParOf" srcId="{FB7BAD57-C349-4C4A-9343-C833D5C205E5}" destId="{FBBDED72-F0B2-409B-8C9B-D8C4F7E9F008}" srcOrd="1" destOrd="0" presId="urn:microsoft.com/office/officeart/2005/8/layout/orgChart1"/>
    <dgm:cxn modelId="{30502FFA-5281-432C-A7A1-0646D49C6842}" type="presParOf" srcId="{FB7BAD57-C349-4C4A-9343-C833D5C205E5}" destId="{DD94A7A6-0632-48E8-A1D3-9B278B7DAD65}" srcOrd="2" destOrd="0" presId="urn:microsoft.com/office/officeart/2005/8/layout/orgChart1"/>
    <dgm:cxn modelId="{C38C57D9-E527-45D7-9086-5198009C648C}" type="presParOf" srcId="{440DD874-4C43-4D2D-A099-E638EABA3C25}" destId="{347A5A9F-B3A7-46C1-82D5-13CEB6421292}" srcOrd="2" destOrd="0" presId="urn:microsoft.com/office/officeart/2005/8/layout/orgChart1"/>
    <dgm:cxn modelId="{0D6D4982-D448-4C43-A5CF-BAE5F8422DE8}" type="presParOf" srcId="{28660E39-3ED7-4ED3-83C7-A845FB3E3F8A}" destId="{7E55971D-3AAF-4EE8-9490-63465757385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D0EC40-55E5-4CF3-BCE5-011A7782EC1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C0D301-3D98-41C7-B106-CB4FC3BD2B67}">
      <dgm:prSet phldrT="[Text]"/>
      <dgm:spPr/>
      <dgm:t>
        <a:bodyPr/>
        <a:lstStyle/>
        <a:p>
          <a:r>
            <a:rPr lang="en-US"/>
            <a:t>Bệnh nhân</a:t>
          </a:r>
        </a:p>
      </dgm:t>
    </dgm:pt>
    <dgm:pt modelId="{FA759C83-30E4-48F6-99B4-B14E11B8B08B}" type="parTrans" cxnId="{AD1C80EA-DB38-4BF1-A7C2-D6BE7FEA3B1F}">
      <dgm:prSet/>
      <dgm:spPr/>
      <dgm:t>
        <a:bodyPr/>
        <a:lstStyle/>
        <a:p>
          <a:endParaRPr lang="en-US"/>
        </a:p>
      </dgm:t>
    </dgm:pt>
    <dgm:pt modelId="{D42754E0-DB51-43BD-96B2-FED654AC5496}" type="sibTrans" cxnId="{AD1C80EA-DB38-4BF1-A7C2-D6BE7FEA3B1F}">
      <dgm:prSet/>
      <dgm:spPr/>
      <dgm:t>
        <a:bodyPr/>
        <a:lstStyle/>
        <a:p>
          <a:endParaRPr lang="en-US"/>
        </a:p>
      </dgm:t>
    </dgm:pt>
    <dgm:pt modelId="{AFBE159D-0D72-4C3C-A52D-97F2A5E9354D}">
      <dgm:prSet phldrT="[Text]"/>
      <dgm:spPr/>
      <dgm:t>
        <a:bodyPr/>
        <a:lstStyle/>
        <a:p>
          <a:r>
            <a:rPr lang="en-US"/>
            <a:t>Hồ sơ bệnh nhân</a:t>
          </a:r>
        </a:p>
      </dgm:t>
    </dgm:pt>
    <dgm:pt modelId="{2D0F44BB-8146-45C7-9D5C-E40BF91F175E}" type="parTrans" cxnId="{DE251961-1415-409D-B63C-9DE7AC3C8769}">
      <dgm:prSet/>
      <dgm:spPr/>
      <dgm:t>
        <a:bodyPr/>
        <a:lstStyle/>
        <a:p>
          <a:endParaRPr lang="en-US"/>
        </a:p>
      </dgm:t>
    </dgm:pt>
    <dgm:pt modelId="{387A7D11-BBAD-409A-9090-66BD6889036B}" type="sibTrans" cxnId="{DE251961-1415-409D-B63C-9DE7AC3C8769}">
      <dgm:prSet/>
      <dgm:spPr/>
      <dgm:t>
        <a:bodyPr/>
        <a:lstStyle/>
        <a:p>
          <a:endParaRPr lang="en-US"/>
        </a:p>
      </dgm:t>
    </dgm:pt>
    <dgm:pt modelId="{CCC46121-274A-4D70-A27D-BD033F51EBA4}">
      <dgm:prSet phldrT="[Text]"/>
      <dgm:spPr/>
      <dgm:t>
        <a:bodyPr/>
        <a:lstStyle/>
        <a:p>
          <a:r>
            <a:rPr lang="en-US"/>
            <a:t>Các đơn thuốc được kê</a:t>
          </a:r>
        </a:p>
      </dgm:t>
    </dgm:pt>
    <dgm:pt modelId="{2FD88234-9E7A-4F14-A536-311590E19FFE}" type="parTrans" cxnId="{EC66C98F-6BE3-4DE8-90C4-24A362A89270}">
      <dgm:prSet/>
      <dgm:spPr/>
      <dgm:t>
        <a:bodyPr/>
        <a:lstStyle/>
        <a:p>
          <a:endParaRPr lang="en-US"/>
        </a:p>
      </dgm:t>
    </dgm:pt>
    <dgm:pt modelId="{EC3FDCD8-30A0-4D7B-9921-27BB0A3A0FD2}" type="sibTrans" cxnId="{EC66C98F-6BE3-4DE8-90C4-24A362A89270}">
      <dgm:prSet/>
      <dgm:spPr/>
      <dgm:t>
        <a:bodyPr/>
        <a:lstStyle/>
        <a:p>
          <a:endParaRPr lang="en-US"/>
        </a:p>
      </dgm:t>
    </dgm:pt>
    <dgm:pt modelId="{81FE4C75-DDEC-440D-85B9-BD3F02139787}">
      <dgm:prSet phldrT="[Text]"/>
      <dgm:spPr/>
      <dgm:t>
        <a:bodyPr/>
        <a:lstStyle/>
        <a:p>
          <a:r>
            <a:rPr lang="en-US"/>
            <a:t>Đăng kí BHYT</a:t>
          </a:r>
        </a:p>
      </dgm:t>
    </dgm:pt>
    <dgm:pt modelId="{57149639-7CC3-46D7-A581-B56C6546CBE9}" type="parTrans" cxnId="{18181428-B2A3-477E-9DD9-45DC9DF98CD9}">
      <dgm:prSet/>
      <dgm:spPr/>
      <dgm:t>
        <a:bodyPr/>
        <a:lstStyle/>
        <a:p>
          <a:endParaRPr lang="en-US"/>
        </a:p>
      </dgm:t>
    </dgm:pt>
    <dgm:pt modelId="{53AD65A2-AD74-431E-BFD5-D3AAE05EAE12}" type="sibTrans" cxnId="{18181428-B2A3-477E-9DD9-45DC9DF98CD9}">
      <dgm:prSet/>
      <dgm:spPr/>
      <dgm:t>
        <a:bodyPr/>
        <a:lstStyle/>
        <a:p>
          <a:endParaRPr lang="en-US"/>
        </a:p>
      </dgm:t>
    </dgm:pt>
    <dgm:pt modelId="{2AAE09E4-636B-4559-8DB9-6705E35F4EAD}">
      <dgm:prSet phldrT="[Text]"/>
      <dgm:spPr/>
      <dgm:t>
        <a:bodyPr/>
        <a:lstStyle/>
        <a:p>
          <a:r>
            <a:rPr lang="en-US"/>
            <a:t>Đăng kí thân nhân</a:t>
          </a:r>
        </a:p>
      </dgm:t>
    </dgm:pt>
    <dgm:pt modelId="{CE420D7F-368E-4E7D-8B76-6453E86FBDEC}" type="parTrans" cxnId="{5E601933-AFDC-48BF-8A3C-2FBFE506E127}">
      <dgm:prSet/>
      <dgm:spPr/>
      <dgm:t>
        <a:bodyPr/>
        <a:lstStyle/>
        <a:p>
          <a:endParaRPr lang="en-US"/>
        </a:p>
      </dgm:t>
    </dgm:pt>
    <dgm:pt modelId="{49571E53-29AA-4133-8ABC-474BF18E0B60}" type="sibTrans" cxnId="{5E601933-AFDC-48BF-8A3C-2FBFE506E127}">
      <dgm:prSet/>
      <dgm:spPr/>
      <dgm:t>
        <a:bodyPr/>
        <a:lstStyle/>
        <a:p>
          <a:endParaRPr lang="en-US"/>
        </a:p>
      </dgm:t>
    </dgm:pt>
    <dgm:pt modelId="{E558EE90-8759-4678-833F-7BB16AC1D23A}">
      <dgm:prSet phldrT="[Text]"/>
      <dgm:spPr/>
      <dgm:t>
        <a:bodyPr/>
        <a:lstStyle/>
        <a:p>
          <a:r>
            <a:rPr lang="en-US"/>
            <a:t>Đổi mật khẩu</a:t>
          </a:r>
        </a:p>
      </dgm:t>
    </dgm:pt>
    <dgm:pt modelId="{E1C42FC0-ECF9-4922-9712-DB9CC0777BD8}" type="parTrans" cxnId="{40BFAFE2-0D6A-40D3-8431-D9642AA887C6}">
      <dgm:prSet/>
      <dgm:spPr/>
      <dgm:t>
        <a:bodyPr/>
        <a:lstStyle/>
        <a:p>
          <a:endParaRPr lang="en-US"/>
        </a:p>
      </dgm:t>
    </dgm:pt>
    <dgm:pt modelId="{69432EFB-AD58-4D43-93FA-69FBCE50BF8D}" type="sibTrans" cxnId="{40BFAFE2-0D6A-40D3-8431-D9642AA887C6}">
      <dgm:prSet/>
      <dgm:spPr/>
      <dgm:t>
        <a:bodyPr/>
        <a:lstStyle/>
        <a:p>
          <a:endParaRPr lang="en-US"/>
        </a:p>
      </dgm:t>
    </dgm:pt>
    <dgm:pt modelId="{6A77C902-13C7-4B56-B8B2-242067621CCB}" type="pres">
      <dgm:prSet presAssocID="{F4D0EC40-55E5-4CF3-BCE5-011A7782EC1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2B59E89-F0B0-4FEC-BB2D-98B97220875A}" type="pres">
      <dgm:prSet presAssocID="{04C0D301-3D98-41C7-B106-CB4FC3BD2B67}" presName="hierRoot1" presStyleCnt="0">
        <dgm:presLayoutVars>
          <dgm:hierBranch val="init"/>
        </dgm:presLayoutVars>
      </dgm:prSet>
      <dgm:spPr/>
    </dgm:pt>
    <dgm:pt modelId="{AA050C46-C751-483C-8219-CFC5DDE341D5}" type="pres">
      <dgm:prSet presAssocID="{04C0D301-3D98-41C7-B106-CB4FC3BD2B67}" presName="rootComposite1" presStyleCnt="0"/>
      <dgm:spPr/>
    </dgm:pt>
    <dgm:pt modelId="{6AF305D6-9456-46A4-9CB1-5021C1582C01}" type="pres">
      <dgm:prSet presAssocID="{04C0D301-3D98-41C7-B106-CB4FC3BD2B67}" presName="rootText1" presStyleLbl="node0" presStyleIdx="0" presStyleCnt="1">
        <dgm:presLayoutVars>
          <dgm:chPref val="3"/>
        </dgm:presLayoutVars>
      </dgm:prSet>
      <dgm:spPr/>
    </dgm:pt>
    <dgm:pt modelId="{3296725F-2559-4D4E-A8C8-61AF1229B7C3}" type="pres">
      <dgm:prSet presAssocID="{04C0D301-3D98-41C7-B106-CB4FC3BD2B67}" presName="rootConnector1" presStyleLbl="node1" presStyleIdx="0" presStyleCnt="0"/>
      <dgm:spPr/>
    </dgm:pt>
    <dgm:pt modelId="{F2383FF8-27D0-48F5-9DFB-0350EFF7AB72}" type="pres">
      <dgm:prSet presAssocID="{04C0D301-3D98-41C7-B106-CB4FC3BD2B67}" presName="hierChild2" presStyleCnt="0"/>
      <dgm:spPr/>
    </dgm:pt>
    <dgm:pt modelId="{D6E62E12-5375-4A44-AA9A-6F26EE5E9C59}" type="pres">
      <dgm:prSet presAssocID="{2D0F44BB-8146-45C7-9D5C-E40BF91F175E}" presName="Name37" presStyleLbl="parChTrans1D2" presStyleIdx="0" presStyleCnt="2"/>
      <dgm:spPr/>
    </dgm:pt>
    <dgm:pt modelId="{9A090CFD-EA0E-42BB-A2DD-E5F107B52347}" type="pres">
      <dgm:prSet presAssocID="{AFBE159D-0D72-4C3C-A52D-97F2A5E9354D}" presName="hierRoot2" presStyleCnt="0">
        <dgm:presLayoutVars>
          <dgm:hierBranch val="init"/>
        </dgm:presLayoutVars>
      </dgm:prSet>
      <dgm:spPr/>
    </dgm:pt>
    <dgm:pt modelId="{2C7CF1D1-2DE5-46BA-9E47-89F663D3E6E2}" type="pres">
      <dgm:prSet presAssocID="{AFBE159D-0D72-4C3C-A52D-97F2A5E9354D}" presName="rootComposite" presStyleCnt="0"/>
      <dgm:spPr/>
    </dgm:pt>
    <dgm:pt modelId="{85540D27-928F-43CF-BB60-B10F6F9FFDD4}" type="pres">
      <dgm:prSet presAssocID="{AFBE159D-0D72-4C3C-A52D-97F2A5E9354D}" presName="rootText" presStyleLbl="node2" presStyleIdx="0" presStyleCnt="2">
        <dgm:presLayoutVars>
          <dgm:chPref val="3"/>
        </dgm:presLayoutVars>
      </dgm:prSet>
      <dgm:spPr/>
    </dgm:pt>
    <dgm:pt modelId="{566E8B42-27DD-4CD7-A7A2-0553237FA1C4}" type="pres">
      <dgm:prSet presAssocID="{AFBE159D-0D72-4C3C-A52D-97F2A5E9354D}" presName="rootConnector" presStyleLbl="node2" presStyleIdx="0" presStyleCnt="2"/>
      <dgm:spPr/>
    </dgm:pt>
    <dgm:pt modelId="{3C7CE559-BF86-4B40-B7E3-15A87CE26316}" type="pres">
      <dgm:prSet presAssocID="{AFBE159D-0D72-4C3C-A52D-97F2A5E9354D}" presName="hierChild4" presStyleCnt="0"/>
      <dgm:spPr/>
    </dgm:pt>
    <dgm:pt modelId="{0FC92933-19EA-43E3-822F-6871D1B1BD9B}" type="pres">
      <dgm:prSet presAssocID="{57149639-7CC3-46D7-A581-B56C6546CBE9}" presName="Name37" presStyleLbl="parChTrans1D3" presStyleIdx="0" presStyleCnt="3"/>
      <dgm:spPr/>
    </dgm:pt>
    <dgm:pt modelId="{D5448D8C-FCBF-439A-9865-7010F5B5CD2A}" type="pres">
      <dgm:prSet presAssocID="{81FE4C75-DDEC-440D-85B9-BD3F02139787}" presName="hierRoot2" presStyleCnt="0">
        <dgm:presLayoutVars>
          <dgm:hierBranch val="init"/>
        </dgm:presLayoutVars>
      </dgm:prSet>
      <dgm:spPr/>
    </dgm:pt>
    <dgm:pt modelId="{45030CC2-CF3E-42DE-B2DC-CEE0878FF8E9}" type="pres">
      <dgm:prSet presAssocID="{81FE4C75-DDEC-440D-85B9-BD3F02139787}" presName="rootComposite" presStyleCnt="0"/>
      <dgm:spPr/>
    </dgm:pt>
    <dgm:pt modelId="{90A3F6C5-24BE-4ADC-ACBB-82AA3516D98F}" type="pres">
      <dgm:prSet presAssocID="{81FE4C75-DDEC-440D-85B9-BD3F02139787}" presName="rootText" presStyleLbl="node3" presStyleIdx="0" presStyleCnt="3">
        <dgm:presLayoutVars>
          <dgm:chPref val="3"/>
        </dgm:presLayoutVars>
      </dgm:prSet>
      <dgm:spPr/>
    </dgm:pt>
    <dgm:pt modelId="{21D07740-DABD-4A07-BB4B-651ABB29D0F1}" type="pres">
      <dgm:prSet presAssocID="{81FE4C75-DDEC-440D-85B9-BD3F02139787}" presName="rootConnector" presStyleLbl="node3" presStyleIdx="0" presStyleCnt="3"/>
      <dgm:spPr/>
    </dgm:pt>
    <dgm:pt modelId="{6892082D-B6EF-489E-BF9B-A3713F0BAEDA}" type="pres">
      <dgm:prSet presAssocID="{81FE4C75-DDEC-440D-85B9-BD3F02139787}" presName="hierChild4" presStyleCnt="0"/>
      <dgm:spPr/>
    </dgm:pt>
    <dgm:pt modelId="{77B9DBC3-CBCA-43EB-86D8-B403E00B3149}" type="pres">
      <dgm:prSet presAssocID="{81FE4C75-DDEC-440D-85B9-BD3F02139787}" presName="hierChild5" presStyleCnt="0"/>
      <dgm:spPr/>
    </dgm:pt>
    <dgm:pt modelId="{7CD04262-FED1-4E0F-AD81-0AFEB685AA9F}" type="pres">
      <dgm:prSet presAssocID="{CE420D7F-368E-4E7D-8B76-6453E86FBDEC}" presName="Name37" presStyleLbl="parChTrans1D3" presStyleIdx="1" presStyleCnt="3"/>
      <dgm:spPr/>
    </dgm:pt>
    <dgm:pt modelId="{BEC6483C-B237-48A2-82CB-B17A64552C94}" type="pres">
      <dgm:prSet presAssocID="{2AAE09E4-636B-4559-8DB9-6705E35F4EAD}" presName="hierRoot2" presStyleCnt="0">
        <dgm:presLayoutVars>
          <dgm:hierBranch val="init"/>
        </dgm:presLayoutVars>
      </dgm:prSet>
      <dgm:spPr/>
    </dgm:pt>
    <dgm:pt modelId="{2A683DCA-6CA4-4028-8306-2A95689D1213}" type="pres">
      <dgm:prSet presAssocID="{2AAE09E4-636B-4559-8DB9-6705E35F4EAD}" presName="rootComposite" presStyleCnt="0"/>
      <dgm:spPr/>
    </dgm:pt>
    <dgm:pt modelId="{CB0A0108-E930-404D-B781-F2FEA8E5312B}" type="pres">
      <dgm:prSet presAssocID="{2AAE09E4-636B-4559-8DB9-6705E35F4EAD}" presName="rootText" presStyleLbl="node3" presStyleIdx="1" presStyleCnt="3">
        <dgm:presLayoutVars>
          <dgm:chPref val="3"/>
        </dgm:presLayoutVars>
      </dgm:prSet>
      <dgm:spPr/>
    </dgm:pt>
    <dgm:pt modelId="{1CD5A9C3-53B5-416C-B34A-5E3388253C11}" type="pres">
      <dgm:prSet presAssocID="{2AAE09E4-636B-4559-8DB9-6705E35F4EAD}" presName="rootConnector" presStyleLbl="node3" presStyleIdx="1" presStyleCnt="3"/>
      <dgm:spPr/>
    </dgm:pt>
    <dgm:pt modelId="{8F7B10E6-6D04-43FC-A7B6-CF5E20E6AEAE}" type="pres">
      <dgm:prSet presAssocID="{2AAE09E4-636B-4559-8DB9-6705E35F4EAD}" presName="hierChild4" presStyleCnt="0"/>
      <dgm:spPr/>
    </dgm:pt>
    <dgm:pt modelId="{747A07C2-A98C-43AC-949F-DB6A0C589E06}" type="pres">
      <dgm:prSet presAssocID="{2AAE09E4-636B-4559-8DB9-6705E35F4EAD}" presName="hierChild5" presStyleCnt="0"/>
      <dgm:spPr/>
    </dgm:pt>
    <dgm:pt modelId="{C8822974-30DC-48EB-A15F-D92A17F34508}" type="pres">
      <dgm:prSet presAssocID="{E1C42FC0-ECF9-4922-9712-DB9CC0777BD8}" presName="Name37" presStyleLbl="parChTrans1D3" presStyleIdx="2" presStyleCnt="3"/>
      <dgm:spPr/>
    </dgm:pt>
    <dgm:pt modelId="{A3311B3D-CDD9-4B25-83E9-DBD8965F0B8B}" type="pres">
      <dgm:prSet presAssocID="{E558EE90-8759-4678-833F-7BB16AC1D23A}" presName="hierRoot2" presStyleCnt="0">
        <dgm:presLayoutVars>
          <dgm:hierBranch val="init"/>
        </dgm:presLayoutVars>
      </dgm:prSet>
      <dgm:spPr/>
    </dgm:pt>
    <dgm:pt modelId="{1F3EC293-BE32-4155-BDC2-6C32C372AB03}" type="pres">
      <dgm:prSet presAssocID="{E558EE90-8759-4678-833F-7BB16AC1D23A}" presName="rootComposite" presStyleCnt="0"/>
      <dgm:spPr/>
    </dgm:pt>
    <dgm:pt modelId="{BED5F4B5-0462-4EDA-9774-FBDFBF3EA1A0}" type="pres">
      <dgm:prSet presAssocID="{E558EE90-8759-4678-833F-7BB16AC1D23A}" presName="rootText" presStyleLbl="node3" presStyleIdx="2" presStyleCnt="3">
        <dgm:presLayoutVars>
          <dgm:chPref val="3"/>
        </dgm:presLayoutVars>
      </dgm:prSet>
      <dgm:spPr/>
    </dgm:pt>
    <dgm:pt modelId="{682F880E-2943-4E2D-BAF2-DFFDA3975735}" type="pres">
      <dgm:prSet presAssocID="{E558EE90-8759-4678-833F-7BB16AC1D23A}" presName="rootConnector" presStyleLbl="node3" presStyleIdx="2" presStyleCnt="3"/>
      <dgm:spPr/>
    </dgm:pt>
    <dgm:pt modelId="{D0867258-0AC7-4049-9886-905965E01ADB}" type="pres">
      <dgm:prSet presAssocID="{E558EE90-8759-4678-833F-7BB16AC1D23A}" presName="hierChild4" presStyleCnt="0"/>
      <dgm:spPr/>
    </dgm:pt>
    <dgm:pt modelId="{D1B54563-907B-444B-B0D1-7F85E6E1D1B8}" type="pres">
      <dgm:prSet presAssocID="{E558EE90-8759-4678-833F-7BB16AC1D23A}" presName="hierChild5" presStyleCnt="0"/>
      <dgm:spPr/>
    </dgm:pt>
    <dgm:pt modelId="{CC6B8766-F808-458F-95C3-EB24DE8AA8E5}" type="pres">
      <dgm:prSet presAssocID="{AFBE159D-0D72-4C3C-A52D-97F2A5E9354D}" presName="hierChild5" presStyleCnt="0"/>
      <dgm:spPr/>
    </dgm:pt>
    <dgm:pt modelId="{0B38542D-5F3F-44AA-BB27-7CCC1815DDB2}" type="pres">
      <dgm:prSet presAssocID="{2FD88234-9E7A-4F14-A536-311590E19FFE}" presName="Name37" presStyleLbl="parChTrans1D2" presStyleIdx="1" presStyleCnt="2"/>
      <dgm:spPr/>
    </dgm:pt>
    <dgm:pt modelId="{7E932245-A802-4391-B252-3C0EE55B99F2}" type="pres">
      <dgm:prSet presAssocID="{CCC46121-274A-4D70-A27D-BD033F51EBA4}" presName="hierRoot2" presStyleCnt="0">
        <dgm:presLayoutVars>
          <dgm:hierBranch val="init"/>
        </dgm:presLayoutVars>
      </dgm:prSet>
      <dgm:spPr/>
    </dgm:pt>
    <dgm:pt modelId="{7388B9F4-43C0-4486-8B83-90727C18425D}" type="pres">
      <dgm:prSet presAssocID="{CCC46121-274A-4D70-A27D-BD033F51EBA4}" presName="rootComposite" presStyleCnt="0"/>
      <dgm:spPr/>
    </dgm:pt>
    <dgm:pt modelId="{3E01D769-E46A-4488-8AD2-0BB18504DFEF}" type="pres">
      <dgm:prSet presAssocID="{CCC46121-274A-4D70-A27D-BD033F51EBA4}" presName="rootText" presStyleLbl="node2" presStyleIdx="1" presStyleCnt="2">
        <dgm:presLayoutVars>
          <dgm:chPref val="3"/>
        </dgm:presLayoutVars>
      </dgm:prSet>
      <dgm:spPr/>
    </dgm:pt>
    <dgm:pt modelId="{8EDCD987-4141-42FE-A707-8C5E61E3ECC4}" type="pres">
      <dgm:prSet presAssocID="{CCC46121-274A-4D70-A27D-BD033F51EBA4}" presName="rootConnector" presStyleLbl="node2" presStyleIdx="1" presStyleCnt="2"/>
      <dgm:spPr/>
    </dgm:pt>
    <dgm:pt modelId="{65F0517F-F407-48A1-8DCA-D8155B7D56D7}" type="pres">
      <dgm:prSet presAssocID="{CCC46121-274A-4D70-A27D-BD033F51EBA4}" presName="hierChild4" presStyleCnt="0"/>
      <dgm:spPr/>
    </dgm:pt>
    <dgm:pt modelId="{EED14EF2-9AB2-4BDD-A751-C41B401F4B9E}" type="pres">
      <dgm:prSet presAssocID="{CCC46121-274A-4D70-A27D-BD033F51EBA4}" presName="hierChild5" presStyleCnt="0"/>
      <dgm:spPr/>
    </dgm:pt>
    <dgm:pt modelId="{4FCFDF88-8597-4982-A72E-0768253B0855}" type="pres">
      <dgm:prSet presAssocID="{04C0D301-3D98-41C7-B106-CB4FC3BD2B67}" presName="hierChild3" presStyleCnt="0"/>
      <dgm:spPr/>
    </dgm:pt>
  </dgm:ptLst>
  <dgm:cxnLst>
    <dgm:cxn modelId="{4B9BFE0E-A056-4D59-AD25-D571D14BC523}" type="presOf" srcId="{CCC46121-274A-4D70-A27D-BD033F51EBA4}" destId="{8EDCD987-4141-42FE-A707-8C5E61E3ECC4}" srcOrd="1" destOrd="0" presId="urn:microsoft.com/office/officeart/2005/8/layout/orgChart1"/>
    <dgm:cxn modelId="{A611C117-83F7-48F1-8DE7-EE38714E9883}" type="presOf" srcId="{E558EE90-8759-4678-833F-7BB16AC1D23A}" destId="{682F880E-2943-4E2D-BAF2-DFFDA3975735}" srcOrd="1" destOrd="0" presId="urn:microsoft.com/office/officeart/2005/8/layout/orgChart1"/>
    <dgm:cxn modelId="{98FBE322-A29E-4B26-9149-97F75984985F}" type="presOf" srcId="{AFBE159D-0D72-4C3C-A52D-97F2A5E9354D}" destId="{566E8B42-27DD-4CD7-A7A2-0553237FA1C4}" srcOrd="1" destOrd="0" presId="urn:microsoft.com/office/officeart/2005/8/layout/orgChart1"/>
    <dgm:cxn modelId="{18181428-B2A3-477E-9DD9-45DC9DF98CD9}" srcId="{AFBE159D-0D72-4C3C-A52D-97F2A5E9354D}" destId="{81FE4C75-DDEC-440D-85B9-BD3F02139787}" srcOrd="0" destOrd="0" parTransId="{57149639-7CC3-46D7-A581-B56C6546CBE9}" sibTransId="{53AD65A2-AD74-431E-BFD5-D3AAE05EAE12}"/>
    <dgm:cxn modelId="{24A4372D-78B7-43C0-B921-2EC9A1D772BD}" type="presOf" srcId="{04C0D301-3D98-41C7-B106-CB4FC3BD2B67}" destId="{6AF305D6-9456-46A4-9CB1-5021C1582C01}" srcOrd="0" destOrd="0" presId="urn:microsoft.com/office/officeart/2005/8/layout/orgChart1"/>
    <dgm:cxn modelId="{0C22B52E-2485-400B-8C7C-322761DC49D8}" type="presOf" srcId="{2FD88234-9E7A-4F14-A536-311590E19FFE}" destId="{0B38542D-5F3F-44AA-BB27-7CCC1815DDB2}" srcOrd="0" destOrd="0" presId="urn:microsoft.com/office/officeart/2005/8/layout/orgChart1"/>
    <dgm:cxn modelId="{5E601933-AFDC-48BF-8A3C-2FBFE506E127}" srcId="{AFBE159D-0D72-4C3C-A52D-97F2A5E9354D}" destId="{2AAE09E4-636B-4559-8DB9-6705E35F4EAD}" srcOrd="1" destOrd="0" parTransId="{CE420D7F-368E-4E7D-8B76-6453E86FBDEC}" sibTransId="{49571E53-29AA-4133-8ABC-474BF18E0B60}"/>
    <dgm:cxn modelId="{DE251961-1415-409D-B63C-9DE7AC3C8769}" srcId="{04C0D301-3D98-41C7-B106-CB4FC3BD2B67}" destId="{AFBE159D-0D72-4C3C-A52D-97F2A5E9354D}" srcOrd="0" destOrd="0" parTransId="{2D0F44BB-8146-45C7-9D5C-E40BF91F175E}" sibTransId="{387A7D11-BBAD-409A-9090-66BD6889036B}"/>
    <dgm:cxn modelId="{4179FC43-7301-4357-B299-284374485773}" type="presOf" srcId="{CE420D7F-368E-4E7D-8B76-6453E86FBDEC}" destId="{7CD04262-FED1-4E0F-AD81-0AFEB685AA9F}" srcOrd="0" destOrd="0" presId="urn:microsoft.com/office/officeart/2005/8/layout/orgChart1"/>
    <dgm:cxn modelId="{6A5B9B68-1019-49C6-822C-3A85C9C44C8F}" type="presOf" srcId="{2AAE09E4-636B-4559-8DB9-6705E35F4EAD}" destId="{1CD5A9C3-53B5-416C-B34A-5E3388253C11}" srcOrd="1" destOrd="0" presId="urn:microsoft.com/office/officeart/2005/8/layout/orgChart1"/>
    <dgm:cxn modelId="{BF961C6E-4351-48BC-9479-B7FBC65145DD}" type="presOf" srcId="{81FE4C75-DDEC-440D-85B9-BD3F02139787}" destId="{21D07740-DABD-4A07-BB4B-651ABB29D0F1}" srcOrd="1" destOrd="0" presId="urn:microsoft.com/office/officeart/2005/8/layout/orgChart1"/>
    <dgm:cxn modelId="{4CD88C58-9629-4A8B-BA58-5E13E42F1FC1}" type="presOf" srcId="{2AAE09E4-636B-4559-8DB9-6705E35F4EAD}" destId="{CB0A0108-E930-404D-B781-F2FEA8E5312B}" srcOrd="0" destOrd="0" presId="urn:microsoft.com/office/officeart/2005/8/layout/orgChart1"/>
    <dgm:cxn modelId="{47040B59-2F26-4259-A9E2-FBA71ADBC69E}" type="presOf" srcId="{81FE4C75-DDEC-440D-85B9-BD3F02139787}" destId="{90A3F6C5-24BE-4ADC-ACBB-82AA3516D98F}" srcOrd="0" destOrd="0" presId="urn:microsoft.com/office/officeart/2005/8/layout/orgChart1"/>
    <dgm:cxn modelId="{90BC357F-3250-4271-A16C-7E8118C7F0BA}" type="presOf" srcId="{F4D0EC40-55E5-4CF3-BCE5-011A7782EC13}" destId="{6A77C902-13C7-4B56-B8B2-242067621CCB}" srcOrd="0" destOrd="0" presId="urn:microsoft.com/office/officeart/2005/8/layout/orgChart1"/>
    <dgm:cxn modelId="{EC66C98F-6BE3-4DE8-90C4-24A362A89270}" srcId="{04C0D301-3D98-41C7-B106-CB4FC3BD2B67}" destId="{CCC46121-274A-4D70-A27D-BD033F51EBA4}" srcOrd="1" destOrd="0" parTransId="{2FD88234-9E7A-4F14-A536-311590E19FFE}" sibTransId="{EC3FDCD8-30A0-4D7B-9921-27BB0A3A0FD2}"/>
    <dgm:cxn modelId="{E47A1A98-21B7-4897-98DA-7DFEB3EB8BFB}" type="presOf" srcId="{CCC46121-274A-4D70-A27D-BD033F51EBA4}" destId="{3E01D769-E46A-4488-8AD2-0BB18504DFEF}" srcOrd="0" destOrd="0" presId="urn:microsoft.com/office/officeart/2005/8/layout/orgChart1"/>
    <dgm:cxn modelId="{6B46469C-8F6A-4149-BEE8-DC70A3A54A1D}" type="presOf" srcId="{04C0D301-3D98-41C7-B106-CB4FC3BD2B67}" destId="{3296725F-2559-4D4E-A8C8-61AF1229B7C3}" srcOrd="1" destOrd="0" presId="urn:microsoft.com/office/officeart/2005/8/layout/orgChart1"/>
    <dgm:cxn modelId="{F1D5E29E-7523-4A5F-88DC-28554032BBAE}" type="presOf" srcId="{AFBE159D-0D72-4C3C-A52D-97F2A5E9354D}" destId="{85540D27-928F-43CF-BB60-B10F6F9FFDD4}" srcOrd="0" destOrd="0" presId="urn:microsoft.com/office/officeart/2005/8/layout/orgChart1"/>
    <dgm:cxn modelId="{9AF25BB8-A21E-458B-8BB9-20CF45CC1B61}" type="presOf" srcId="{E1C42FC0-ECF9-4922-9712-DB9CC0777BD8}" destId="{C8822974-30DC-48EB-A15F-D92A17F34508}" srcOrd="0" destOrd="0" presId="urn:microsoft.com/office/officeart/2005/8/layout/orgChart1"/>
    <dgm:cxn modelId="{989D32BD-F999-4840-92B8-70BDD8255891}" type="presOf" srcId="{E558EE90-8759-4678-833F-7BB16AC1D23A}" destId="{BED5F4B5-0462-4EDA-9774-FBDFBF3EA1A0}" srcOrd="0" destOrd="0" presId="urn:microsoft.com/office/officeart/2005/8/layout/orgChart1"/>
    <dgm:cxn modelId="{40BFAFE2-0D6A-40D3-8431-D9642AA887C6}" srcId="{AFBE159D-0D72-4C3C-A52D-97F2A5E9354D}" destId="{E558EE90-8759-4678-833F-7BB16AC1D23A}" srcOrd="2" destOrd="0" parTransId="{E1C42FC0-ECF9-4922-9712-DB9CC0777BD8}" sibTransId="{69432EFB-AD58-4D43-93FA-69FBCE50BF8D}"/>
    <dgm:cxn modelId="{521E49E7-6B99-48EF-8C8A-51AB7149E354}" type="presOf" srcId="{57149639-7CC3-46D7-A581-B56C6546CBE9}" destId="{0FC92933-19EA-43E3-822F-6871D1B1BD9B}" srcOrd="0" destOrd="0" presId="urn:microsoft.com/office/officeart/2005/8/layout/orgChart1"/>
    <dgm:cxn modelId="{AD1C80EA-DB38-4BF1-A7C2-D6BE7FEA3B1F}" srcId="{F4D0EC40-55E5-4CF3-BCE5-011A7782EC13}" destId="{04C0D301-3D98-41C7-B106-CB4FC3BD2B67}" srcOrd="0" destOrd="0" parTransId="{FA759C83-30E4-48F6-99B4-B14E11B8B08B}" sibTransId="{D42754E0-DB51-43BD-96B2-FED654AC5496}"/>
    <dgm:cxn modelId="{67983CFB-2E9C-4F33-9918-9240B6090089}" type="presOf" srcId="{2D0F44BB-8146-45C7-9D5C-E40BF91F175E}" destId="{D6E62E12-5375-4A44-AA9A-6F26EE5E9C59}" srcOrd="0" destOrd="0" presId="urn:microsoft.com/office/officeart/2005/8/layout/orgChart1"/>
    <dgm:cxn modelId="{34152C6D-0CD9-421B-AF0E-38CC9908B930}" type="presParOf" srcId="{6A77C902-13C7-4B56-B8B2-242067621CCB}" destId="{82B59E89-F0B0-4FEC-BB2D-98B97220875A}" srcOrd="0" destOrd="0" presId="urn:microsoft.com/office/officeart/2005/8/layout/orgChart1"/>
    <dgm:cxn modelId="{2F6C5A39-11ED-496D-B80C-13B2735BE565}" type="presParOf" srcId="{82B59E89-F0B0-4FEC-BB2D-98B97220875A}" destId="{AA050C46-C751-483C-8219-CFC5DDE341D5}" srcOrd="0" destOrd="0" presId="urn:microsoft.com/office/officeart/2005/8/layout/orgChart1"/>
    <dgm:cxn modelId="{245875A3-A689-499A-AF25-54C3FF415D17}" type="presParOf" srcId="{AA050C46-C751-483C-8219-CFC5DDE341D5}" destId="{6AF305D6-9456-46A4-9CB1-5021C1582C01}" srcOrd="0" destOrd="0" presId="urn:microsoft.com/office/officeart/2005/8/layout/orgChart1"/>
    <dgm:cxn modelId="{A6C906B0-1114-4BC4-8DBE-A92693CF6A9D}" type="presParOf" srcId="{AA050C46-C751-483C-8219-CFC5DDE341D5}" destId="{3296725F-2559-4D4E-A8C8-61AF1229B7C3}" srcOrd="1" destOrd="0" presId="urn:microsoft.com/office/officeart/2005/8/layout/orgChart1"/>
    <dgm:cxn modelId="{243492FC-6558-43E6-8518-C63EF07B21EF}" type="presParOf" srcId="{82B59E89-F0B0-4FEC-BB2D-98B97220875A}" destId="{F2383FF8-27D0-48F5-9DFB-0350EFF7AB72}" srcOrd="1" destOrd="0" presId="urn:microsoft.com/office/officeart/2005/8/layout/orgChart1"/>
    <dgm:cxn modelId="{9C14CA81-F373-41ED-AEFC-43CCF00DD5EE}" type="presParOf" srcId="{F2383FF8-27D0-48F5-9DFB-0350EFF7AB72}" destId="{D6E62E12-5375-4A44-AA9A-6F26EE5E9C59}" srcOrd="0" destOrd="0" presId="urn:microsoft.com/office/officeart/2005/8/layout/orgChart1"/>
    <dgm:cxn modelId="{21B7A87A-9D0E-41E2-AC6B-9BF99BF4A37D}" type="presParOf" srcId="{F2383FF8-27D0-48F5-9DFB-0350EFF7AB72}" destId="{9A090CFD-EA0E-42BB-A2DD-E5F107B52347}" srcOrd="1" destOrd="0" presId="urn:microsoft.com/office/officeart/2005/8/layout/orgChart1"/>
    <dgm:cxn modelId="{A346E36A-13E4-4075-A2A1-89B33AE06EA9}" type="presParOf" srcId="{9A090CFD-EA0E-42BB-A2DD-E5F107B52347}" destId="{2C7CF1D1-2DE5-46BA-9E47-89F663D3E6E2}" srcOrd="0" destOrd="0" presId="urn:microsoft.com/office/officeart/2005/8/layout/orgChart1"/>
    <dgm:cxn modelId="{901C28C5-F13A-4D82-963F-F54B5C426B0C}" type="presParOf" srcId="{2C7CF1D1-2DE5-46BA-9E47-89F663D3E6E2}" destId="{85540D27-928F-43CF-BB60-B10F6F9FFDD4}" srcOrd="0" destOrd="0" presId="urn:microsoft.com/office/officeart/2005/8/layout/orgChart1"/>
    <dgm:cxn modelId="{C8C8E45C-833F-4365-9145-0D1FAC2B394B}" type="presParOf" srcId="{2C7CF1D1-2DE5-46BA-9E47-89F663D3E6E2}" destId="{566E8B42-27DD-4CD7-A7A2-0553237FA1C4}" srcOrd="1" destOrd="0" presId="urn:microsoft.com/office/officeart/2005/8/layout/orgChart1"/>
    <dgm:cxn modelId="{21169A09-78AF-467F-8E81-68D10FF64FF2}" type="presParOf" srcId="{9A090CFD-EA0E-42BB-A2DD-E5F107B52347}" destId="{3C7CE559-BF86-4B40-B7E3-15A87CE26316}" srcOrd="1" destOrd="0" presId="urn:microsoft.com/office/officeart/2005/8/layout/orgChart1"/>
    <dgm:cxn modelId="{CA522D7A-5A70-47B7-BE2C-08E3885A085C}" type="presParOf" srcId="{3C7CE559-BF86-4B40-B7E3-15A87CE26316}" destId="{0FC92933-19EA-43E3-822F-6871D1B1BD9B}" srcOrd="0" destOrd="0" presId="urn:microsoft.com/office/officeart/2005/8/layout/orgChart1"/>
    <dgm:cxn modelId="{B7E175A0-251D-42DF-8A4A-25260063F66B}" type="presParOf" srcId="{3C7CE559-BF86-4B40-B7E3-15A87CE26316}" destId="{D5448D8C-FCBF-439A-9865-7010F5B5CD2A}" srcOrd="1" destOrd="0" presId="urn:microsoft.com/office/officeart/2005/8/layout/orgChart1"/>
    <dgm:cxn modelId="{A2E2210B-EF24-48CB-876D-A0A9772B80BC}" type="presParOf" srcId="{D5448D8C-FCBF-439A-9865-7010F5B5CD2A}" destId="{45030CC2-CF3E-42DE-B2DC-CEE0878FF8E9}" srcOrd="0" destOrd="0" presId="urn:microsoft.com/office/officeart/2005/8/layout/orgChart1"/>
    <dgm:cxn modelId="{CCE73F57-24E7-4E7C-83D8-BD8A1BF7CD22}" type="presParOf" srcId="{45030CC2-CF3E-42DE-B2DC-CEE0878FF8E9}" destId="{90A3F6C5-24BE-4ADC-ACBB-82AA3516D98F}" srcOrd="0" destOrd="0" presId="urn:microsoft.com/office/officeart/2005/8/layout/orgChart1"/>
    <dgm:cxn modelId="{33C2624B-9AAA-4A3D-9128-9538EBA2DD4C}" type="presParOf" srcId="{45030CC2-CF3E-42DE-B2DC-CEE0878FF8E9}" destId="{21D07740-DABD-4A07-BB4B-651ABB29D0F1}" srcOrd="1" destOrd="0" presId="urn:microsoft.com/office/officeart/2005/8/layout/orgChart1"/>
    <dgm:cxn modelId="{4E03C0F3-F435-49FF-9671-13AF9D368790}" type="presParOf" srcId="{D5448D8C-FCBF-439A-9865-7010F5B5CD2A}" destId="{6892082D-B6EF-489E-BF9B-A3713F0BAEDA}" srcOrd="1" destOrd="0" presId="urn:microsoft.com/office/officeart/2005/8/layout/orgChart1"/>
    <dgm:cxn modelId="{9F035D88-3C46-4E29-882A-FE6D641874ED}" type="presParOf" srcId="{D5448D8C-FCBF-439A-9865-7010F5B5CD2A}" destId="{77B9DBC3-CBCA-43EB-86D8-B403E00B3149}" srcOrd="2" destOrd="0" presId="urn:microsoft.com/office/officeart/2005/8/layout/orgChart1"/>
    <dgm:cxn modelId="{7EC9C91A-A065-4322-9749-E21A1DBDED17}" type="presParOf" srcId="{3C7CE559-BF86-4B40-B7E3-15A87CE26316}" destId="{7CD04262-FED1-4E0F-AD81-0AFEB685AA9F}" srcOrd="2" destOrd="0" presId="urn:microsoft.com/office/officeart/2005/8/layout/orgChart1"/>
    <dgm:cxn modelId="{DF9784C3-A91A-402D-9B89-97F7A6846569}" type="presParOf" srcId="{3C7CE559-BF86-4B40-B7E3-15A87CE26316}" destId="{BEC6483C-B237-48A2-82CB-B17A64552C94}" srcOrd="3" destOrd="0" presId="urn:microsoft.com/office/officeart/2005/8/layout/orgChart1"/>
    <dgm:cxn modelId="{B46B657C-EC77-4023-B096-D92B0B1B0896}" type="presParOf" srcId="{BEC6483C-B237-48A2-82CB-B17A64552C94}" destId="{2A683DCA-6CA4-4028-8306-2A95689D1213}" srcOrd="0" destOrd="0" presId="urn:microsoft.com/office/officeart/2005/8/layout/orgChart1"/>
    <dgm:cxn modelId="{4DB693BF-E307-4A71-9382-AA86B4C47A9C}" type="presParOf" srcId="{2A683DCA-6CA4-4028-8306-2A95689D1213}" destId="{CB0A0108-E930-404D-B781-F2FEA8E5312B}" srcOrd="0" destOrd="0" presId="urn:microsoft.com/office/officeart/2005/8/layout/orgChart1"/>
    <dgm:cxn modelId="{C48656FE-A208-42F0-B083-C3B5B22A2696}" type="presParOf" srcId="{2A683DCA-6CA4-4028-8306-2A95689D1213}" destId="{1CD5A9C3-53B5-416C-B34A-5E3388253C11}" srcOrd="1" destOrd="0" presId="urn:microsoft.com/office/officeart/2005/8/layout/orgChart1"/>
    <dgm:cxn modelId="{39909F7B-C7F3-4446-A20E-141B92A223BD}" type="presParOf" srcId="{BEC6483C-B237-48A2-82CB-B17A64552C94}" destId="{8F7B10E6-6D04-43FC-A7B6-CF5E20E6AEAE}" srcOrd="1" destOrd="0" presId="urn:microsoft.com/office/officeart/2005/8/layout/orgChart1"/>
    <dgm:cxn modelId="{1A2526B9-B6EC-4B93-8A76-0F41954802F5}" type="presParOf" srcId="{BEC6483C-B237-48A2-82CB-B17A64552C94}" destId="{747A07C2-A98C-43AC-949F-DB6A0C589E06}" srcOrd="2" destOrd="0" presId="urn:microsoft.com/office/officeart/2005/8/layout/orgChart1"/>
    <dgm:cxn modelId="{83F23B9E-37F6-4561-9170-766E522DCAED}" type="presParOf" srcId="{3C7CE559-BF86-4B40-B7E3-15A87CE26316}" destId="{C8822974-30DC-48EB-A15F-D92A17F34508}" srcOrd="4" destOrd="0" presId="urn:microsoft.com/office/officeart/2005/8/layout/orgChart1"/>
    <dgm:cxn modelId="{8AC820CD-78D4-468D-A019-FDEE3F86FA94}" type="presParOf" srcId="{3C7CE559-BF86-4B40-B7E3-15A87CE26316}" destId="{A3311B3D-CDD9-4B25-83E9-DBD8965F0B8B}" srcOrd="5" destOrd="0" presId="urn:microsoft.com/office/officeart/2005/8/layout/orgChart1"/>
    <dgm:cxn modelId="{8A933368-D4D3-48F3-ABED-11FAB93623F4}" type="presParOf" srcId="{A3311B3D-CDD9-4B25-83E9-DBD8965F0B8B}" destId="{1F3EC293-BE32-4155-BDC2-6C32C372AB03}" srcOrd="0" destOrd="0" presId="urn:microsoft.com/office/officeart/2005/8/layout/orgChart1"/>
    <dgm:cxn modelId="{B48B2A4B-92F8-4555-A1C2-34FD32A455C7}" type="presParOf" srcId="{1F3EC293-BE32-4155-BDC2-6C32C372AB03}" destId="{BED5F4B5-0462-4EDA-9774-FBDFBF3EA1A0}" srcOrd="0" destOrd="0" presId="urn:microsoft.com/office/officeart/2005/8/layout/orgChart1"/>
    <dgm:cxn modelId="{1A18A263-8552-4DB1-8CC6-EF6D5471506F}" type="presParOf" srcId="{1F3EC293-BE32-4155-BDC2-6C32C372AB03}" destId="{682F880E-2943-4E2D-BAF2-DFFDA3975735}" srcOrd="1" destOrd="0" presId="urn:microsoft.com/office/officeart/2005/8/layout/orgChart1"/>
    <dgm:cxn modelId="{DD485976-0F37-43A9-AAE2-5EFB56B603E1}" type="presParOf" srcId="{A3311B3D-CDD9-4B25-83E9-DBD8965F0B8B}" destId="{D0867258-0AC7-4049-9886-905965E01ADB}" srcOrd="1" destOrd="0" presId="urn:microsoft.com/office/officeart/2005/8/layout/orgChart1"/>
    <dgm:cxn modelId="{3453AAFA-BD71-426D-8E01-4F26A9375649}" type="presParOf" srcId="{A3311B3D-CDD9-4B25-83E9-DBD8965F0B8B}" destId="{D1B54563-907B-444B-B0D1-7F85E6E1D1B8}" srcOrd="2" destOrd="0" presId="urn:microsoft.com/office/officeart/2005/8/layout/orgChart1"/>
    <dgm:cxn modelId="{77F2E1FD-416A-43A0-9AC0-43FFD4661553}" type="presParOf" srcId="{9A090CFD-EA0E-42BB-A2DD-E5F107B52347}" destId="{CC6B8766-F808-458F-95C3-EB24DE8AA8E5}" srcOrd="2" destOrd="0" presId="urn:microsoft.com/office/officeart/2005/8/layout/orgChart1"/>
    <dgm:cxn modelId="{EE744B54-14CA-40FC-A6EC-E1B885D52BF3}" type="presParOf" srcId="{F2383FF8-27D0-48F5-9DFB-0350EFF7AB72}" destId="{0B38542D-5F3F-44AA-BB27-7CCC1815DDB2}" srcOrd="2" destOrd="0" presId="urn:microsoft.com/office/officeart/2005/8/layout/orgChart1"/>
    <dgm:cxn modelId="{FC266071-EDB7-4D50-9E05-7DDAEDA28C66}" type="presParOf" srcId="{F2383FF8-27D0-48F5-9DFB-0350EFF7AB72}" destId="{7E932245-A802-4391-B252-3C0EE55B99F2}" srcOrd="3" destOrd="0" presId="urn:microsoft.com/office/officeart/2005/8/layout/orgChart1"/>
    <dgm:cxn modelId="{F99A3D9C-98DF-4BCA-A855-044E761B9B01}" type="presParOf" srcId="{7E932245-A802-4391-B252-3C0EE55B99F2}" destId="{7388B9F4-43C0-4486-8B83-90727C18425D}" srcOrd="0" destOrd="0" presId="urn:microsoft.com/office/officeart/2005/8/layout/orgChart1"/>
    <dgm:cxn modelId="{9B1DF632-034A-46DD-9F75-6C3E79A8C84B}" type="presParOf" srcId="{7388B9F4-43C0-4486-8B83-90727C18425D}" destId="{3E01D769-E46A-4488-8AD2-0BB18504DFEF}" srcOrd="0" destOrd="0" presId="urn:microsoft.com/office/officeart/2005/8/layout/orgChart1"/>
    <dgm:cxn modelId="{CD6303D6-4A0F-496C-9C2F-CEE6172F8DB8}" type="presParOf" srcId="{7388B9F4-43C0-4486-8B83-90727C18425D}" destId="{8EDCD987-4141-42FE-A707-8C5E61E3ECC4}" srcOrd="1" destOrd="0" presId="urn:microsoft.com/office/officeart/2005/8/layout/orgChart1"/>
    <dgm:cxn modelId="{1A354FB4-37AD-4F32-A456-EF7F1F4CD846}" type="presParOf" srcId="{7E932245-A802-4391-B252-3C0EE55B99F2}" destId="{65F0517F-F407-48A1-8DCA-D8155B7D56D7}" srcOrd="1" destOrd="0" presId="urn:microsoft.com/office/officeart/2005/8/layout/orgChart1"/>
    <dgm:cxn modelId="{0849D654-F461-4165-9FD1-17FC6CB8BDD7}" type="presParOf" srcId="{7E932245-A802-4391-B252-3C0EE55B99F2}" destId="{EED14EF2-9AB2-4BDD-A751-C41B401F4B9E}" srcOrd="2" destOrd="0" presId="urn:microsoft.com/office/officeart/2005/8/layout/orgChart1"/>
    <dgm:cxn modelId="{6743BBAE-0A9A-4535-9C21-BE95AADFBC11}" type="presParOf" srcId="{82B59E89-F0B0-4FEC-BB2D-98B97220875A}" destId="{4FCFDF88-8597-4982-A72E-0768253B085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173A87-10BB-41AA-A776-0BAB973F9C2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8FCE72-ABDE-4D57-ACB0-BF9F386D26F3}">
      <dgm:prSet phldrT="[Text]" phldr="0"/>
      <dgm:spPr/>
      <dgm:t>
        <a:bodyPr/>
        <a:lstStyle/>
        <a:p>
          <a:r>
            <a:rPr lang="en-US"/>
            <a:t>App</a:t>
          </a:r>
        </a:p>
      </dgm:t>
    </dgm:pt>
    <dgm:pt modelId="{6D2C3485-2B81-4ADA-8AF3-DB2190D13861}" type="parTrans" cxnId="{7D8D6877-BD87-4C86-9EE2-DB3B5DA6103D}">
      <dgm:prSet/>
      <dgm:spPr/>
      <dgm:t>
        <a:bodyPr/>
        <a:lstStyle/>
        <a:p>
          <a:endParaRPr lang="en-US"/>
        </a:p>
      </dgm:t>
    </dgm:pt>
    <dgm:pt modelId="{6FFF0102-DE2A-4BDB-80BE-2104B2C1EED9}" type="sibTrans" cxnId="{7D8D6877-BD87-4C86-9EE2-DB3B5DA6103D}">
      <dgm:prSet/>
      <dgm:spPr/>
      <dgm:t>
        <a:bodyPr/>
        <a:lstStyle/>
        <a:p>
          <a:endParaRPr lang="en-US"/>
        </a:p>
      </dgm:t>
    </dgm:pt>
    <dgm:pt modelId="{06CAC3DA-66BB-4D80-A12C-7FE735569BC7}">
      <dgm:prSet phldrT="[Text]" phldr="0"/>
      <dgm:spPr/>
      <dgm:t>
        <a:bodyPr/>
        <a:lstStyle/>
        <a:p>
          <a:r>
            <a:rPr lang="en-US"/>
            <a:t>Frontend</a:t>
          </a:r>
        </a:p>
      </dgm:t>
    </dgm:pt>
    <dgm:pt modelId="{95ECD42B-8AE6-49BF-9490-7F2DC461BC31}" type="parTrans" cxnId="{1C66DE71-0113-4CCF-93E0-5EFFEA2073C6}">
      <dgm:prSet/>
      <dgm:spPr/>
      <dgm:t>
        <a:bodyPr/>
        <a:lstStyle/>
        <a:p>
          <a:endParaRPr lang="en-US"/>
        </a:p>
      </dgm:t>
    </dgm:pt>
    <dgm:pt modelId="{4E899310-C4DF-4673-A037-8DD29DBAB07E}" type="sibTrans" cxnId="{1C66DE71-0113-4CCF-93E0-5EFFEA2073C6}">
      <dgm:prSet/>
      <dgm:spPr/>
      <dgm:t>
        <a:bodyPr/>
        <a:lstStyle/>
        <a:p>
          <a:endParaRPr lang="en-US"/>
        </a:p>
      </dgm:t>
    </dgm:pt>
    <dgm:pt modelId="{71B670D5-BB7C-4301-94C0-465FB3D2BFA7}">
      <dgm:prSet phldrT="[Text]" phldr="0"/>
      <dgm:spPr/>
      <dgm:t>
        <a:bodyPr/>
        <a:lstStyle/>
        <a:p>
          <a:r>
            <a:rPr lang="en-US"/>
            <a:t>Backend</a:t>
          </a:r>
        </a:p>
      </dgm:t>
    </dgm:pt>
    <dgm:pt modelId="{ACD1DA57-A898-4AA3-A024-34B887B4EA6B}" type="parTrans" cxnId="{B942E904-5690-4BDF-A872-656D5F7EEC41}">
      <dgm:prSet/>
      <dgm:spPr/>
      <dgm:t>
        <a:bodyPr/>
        <a:lstStyle/>
        <a:p>
          <a:endParaRPr lang="en-US"/>
        </a:p>
      </dgm:t>
    </dgm:pt>
    <dgm:pt modelId="{18C4B1DD-4DD4-45FA-97EE-760BABD02E48}" type="sibTrans" cxnId="{B942E904-5690-4BDF-A872-656D5F7EEC41}">
      <dgm:prSet/>
      <dgm:spPr/>
      <dgm:t>
        <a:bodyPr/>
        <a:lstStyle/>
        <a:p>
          <a:endParaRPr lang="en-US"/>
        </a:p>
      </dgm:t>
    </dgm:pt>
    <dgm:pt modelId="{2F901C88-F406-4CEE-95A0-08E7D0A76F7A}">
      <dgm:prSet phldrT="[Text]" phldr="0"/>
      <dgm:spPr/>
      <dgm:t>
        <a:bodyPr/>
        <a:lstStyle/>
        <a:p>
          <a:r>
            <a:rPr lang="en-US"/>
            <a:t>Template</a:t>
          </a:r>
        </a:p>
      </dgm:t>
    </dgm:pt>
    <dgm:pt modelId="{D828F7CD-D2B0-419E-8609-CF8E8033577B}" type="parTrans" cxnId="{BA059772-4BCF-4C0D-9F6B-A7E36BDE1878}">
      <dgm:prSet/>
      <dgm:spPr/>
      <dgm:t>
        <a:bodyPr/>
        <a:lstStyle/>
        <a:p>
          <a:endParaRPr lang="en-US"/>
        </a:p>
      </dgm:t>
    </dgm:pt>
    <dgm:pt modelId="{CA81425D-E991-47D9-A342-1C949D1CA6D1}" type="sibTrans" cxnId="{BA059772-4BCF-4C0D-9F6B-A7E36BDE1878}">
      <dgm:prSet/>
      <dgm:spPr/>
      <dgm:t>
        <a:bodyPr/>
        <a:lstStyle/>
        <a:p>
          <a:endParaRPr lang="en-US"/>
        </a:p>
      </dgm:t>
    </dgm:pt>
    <dgm:pt modelId="{E94982BF-1A85-4F8F-8883-73D0C1615006}">
      <dgm:prSet phldrT="[Text]" phldr="0"/>
      <dgm:spPr/>
      <dgm:t>
        <a:bodyPr/>
        <a:lstStyle/>
        <a:p>
          <a:r>
            <a:rPr lang="en-US"/>
            <a:t>Static</a:t>
          </a:r>
        </a:p>
      </dgm:t>
    </dgm:pt>
    <dgm:pt modelId="{3C389163-4E5D-45AA-9559-78AC022885D0}" type="parTrans" cxnId="{129B06F1-CBFA-499F-9068-BE69C4F76C40}">
      <dgm:prSet/>
      <dgm:spPr/>
      <dgm:t>
        <a:bodyPr/>
        <a:lstStyle/>
        <a:p>
          <a:endParaRPr lang="en-US"/>
        </a:p>
      </dgm:t>
    </dgm:pt>
    <dgm:pt modelId="{E8B7FF3A-6A6B-4A3E-8DF1-EBFA7F74FD77}" type="sibTrans" cxnId="{129B06F1-CBFA-499F-9068-BE69C4F76C40}">
      <dgm:prSet/>
      <dgm:spPr/>
      <dgm:t>
        <a:bodyPr/>
        <a:lstStyle/>
        <a:p>
          <a:endParaRPr lang="en-US"/>
        </a:p>
      </dgm:t>
    </dgm:pt>
    <dgm:pt modelId="{BF095F42-3EE5-4240-8DE2-300A8E8BFBC0}">
      <dgm:prSet phldrT="[Text]" phldr="0"/>
      <dgm:spPr/>
      <dgm:t>
        <a:bodyPr/>
        <a:lstStyle/>
        <a:p>
          <a:r>
            <a:rPr lang="en-US"/>
            <a:t>Base</a:t>
          </a:r>
        </a:p>
      </dgm:t>
    </dgm:pt>
    <dgm:pt modelId="{EFC8DB4E-0920-46A3-993F-065EA0D3A634}" type="parTrans" cxnId="{9ED6B89D-D64A-4C4D-914D-A5683AFCE1DE}">
      <dgm:prSet/>
      <dgm:spPr/>
      <dgm:t>
        <a:bodyPr/>
        <a:lstStyle/>
        <a:p>
          <a:endParaRPr lang="en-US"/>
        </a:p>
      </dgm:t>
    </dgm:pt>
    <dgm:pt modelId="{5DD792E5-AA65-49E5-A4F5-729627521221}" type="sibTrans" cxnId="{9ED6B89D-D64A-4C4D-914D-A5683AFCE1DE}">
      <dgm:prSet/>
      <dgm:spPr/>
      <dgm:t>
        <a:bodyPr/>
        <a:lstStyle/>
        <a:p>
          <a:endParaRPr lang="en-US"/>
        </a:p>
      </dgm:t>
    </dgm:pt>
    <dgm:pt modelId="{39E11E63-C96C-4454-A423-BC317DF9AB40}">
      <dgm:prSet phldrT="[Text]" phldr="0"/>
      <dgm:spPr/>
      <dgm:t>
        <a:bodyPr/>
        <a:lstStyle/>
        <a:p>
          <a:r>
            <a:rPr lang="en-US"/>
            <a:t>Extending files…</a:t>
          </a:r>
        </a:p>
      </dgm:t>
    </dgm:pt>
    <dgm:pt modelId="{5957C3CF-DD8A-49F5-8BF7-B289B51426DF}" type="parTrans" cxnId="{705C64A6-BEF0-4FB7-8E86-FAB1C95A5B59}">
      <dgm:prSet/>
      <dgm:spPr/>
      <dgm:t>
        <a:bodyPr/>
        <a:lstStyle/>
        <a:p>
          <a:endParaRPr lang="en-US"/>
        </a:p>
      </dgm:t>
    </dgm:pt>
    <dgm:pt modelId="{3B5D8F60-5BFA-4772-9FAB-A31957721E52}" type="sibTrans" cxnId="{705C64A6-BEF0-4FB7-8E86-FAB1C95A5B59}">
      <dgm:prSet/>
      <dgm:spPr/>
      <dgm:t>
        <a:bodyPr/>
        <a:lstStyle/>
        <a:p>
          <a:endParaRPr lang="en-US"/>
        </a:p>
      </dgm:t>
    </dgm:pt>
    <dgm:pt modelId="{26D44CC9-446E-449E-9A93-27B9BCAA37BA}">
      <dgm:prSet phldrT="[Text]" phldr="0"/>
      <dgm:spPr/>
      <dgm:t>
        <a:bodyPr/>
        <a:lstStyle/>
        <a:p>
          <a:r>
            <a:rPr lang="en-US"/>
            <a:t>Css</a:t>
          </a:r>
        </a:p>
      </dgm:t>
    </dgm:pt>
    <dgm:pt modelId="{5E5FF0E8-28BD-4632-AE4D-99D7018AE3C0}" type="parTrans" cxnId="{D1D77F12-2456-4083-9E82-667BEF2A75EB}">
      <dgm:prSet/>
      <dgm:spPr/>
      <dgm:t>
        <a:bodyPr/>
        <a:lstStyle/>
        <a:p>
          <a:endParaRPr lang="en-US"/>
        </a:p>
      </dgm:t>
    </dgm:pt>
    <dgm:pt modelId="{846BB61D-EE9F-44C4-81D3-A1ABB5471025}" type="sibTrans" cxnId="{D1D77F12-2456-4083-9E82-667BEF2A75EB}">
      <dgm:prSet/>
      <dgm:spPr/>
      <dgm:t>
        <a:bodyPr/>
        <a:lstStyle/>
        <a:p>
          <a:endParaRPr lang="en-US"/>
        </a:p>
      </dgm:t>
    </dgm:pt>
    <dgm:pt modelId="{5E4530E0-C491-404A-8B5D-6CA8ABACB43F}">
      <dgm:prSet phldrT="[Text]" phldr="0"/>
      <dgm:spPr/>
      <dgm:t>
        <a:bodyPr/>
        <a:lstStyle/>
        <a:p>
          <a:r>
            <a:rPr lang="en-US"/>
            <a:t>Js</a:t>
          </a:r>
        </a:p>
      </dgm:t>
    </dgm:pt>
    <dgm:pt modelId="{A0123059-6B21-4DBF-9EE8-17CA79261F65}" type="parTrans" cxnId="{728A397B-741C-4448-A0A0-C99164AC6FE9}">
      <dgm:prSet/>
      <dgm:spPr/>
      <dgm:t>
        <a:bodyPr/>
        <a:lstStyle/>
        <a:p>
          <a:endParaRPr lang="en-US"/>
        </a:p>
      </dgm:t>
    </dgm:pt>
    <dgm:pt modelId="{E926F489-E60F-44FE-911E-B5F5BE17A89F}" type="sibTrans" cxnId="{728A397B-741C-4448-A0A0-C99164AC6FE9}">
      <dgm:prSet/>
      <dgm:spPr/>
      <dgm:t>
        <a:bodyPr/>
        <a:lstStyle/>
        <a:p>
          <a:endParaRPr lang="en-US"/>
        </a:p>
      </dgm:t>
    </dgm:pt>
    <dgm:pt modelId="{5FFCD430-5B27-4B7B-8CCB-98D1C1587B74}">
      <dgm:prSet phldrT="[Text]" phldr="0"/>
      <dgm:spPr/>
      <dgm:t>
        <a:bodyPr/>
        <a:lstStyle/>
        <a:p>
          <a:r>
            <a:rPr lang="en-US"/>
            <a:t>Img</a:t>
          </a:r>
        </a:p>
      </dgm:t>
    </dgm:pt>
    <dgm:pt modelId="{92E2B792-1A0B-4A3C-9569-C06F9DFDF3A5}" type="parTrans" cxnId="{7E04BC20-028E-441A-8B8E-06C7280204FE}">
      <dgm:prSet/>
      <dgm:spPr/>
      <dgm:t>
        <a:bodyPr/>
        <a:lstStyle/>
        <a:p>
          <a:endParaRPr lang="en-US"/>
        </a:p>
      </dgm:t>
    </dgm:pt>
    <dgm:pt modelId="{FC35F48B-FAA2-4F2B-A2A1-27B291553041}" type="sibTrans" cxnId="{7E04BC20-028E-441A-8B8E-06C7280204FE}">
      <dgm:prSet/>
      <dgm:spPr/>
      <dgm:t>
        <a:bodyPr/>
        <a:lstStyle/>
        <a:p>
          <a:endParaRPr lang="en-US"/>
        </a:p>
      </dgm:t>
    </dgm:pt>
    <dgm:pt modelId="{FD469AE3-1F92-482D-AED3-96344268E0B7}">
      <dgm:prSet phldrT="[Text]" phldr="0"/>
      <dgm:spPr/>
      <dgm:t>
        <a:bodyPr/>
        <a:lstStyle/>
        <a:p>
          <a:r>
            <a:rPr lang="en-US"/>
            <a:t>Api</a:t>
          </a:r>
        </a:p>
      </dgm:t>
    </dgm:pt>
    <dgm:pt modelId="{1051CC72-ECEB-455D-BC01-7B9DB541EFA2}" type="parTrans" cxnId="{FEF1519B-0AA0-40CD-A560-83AC5B101271}">
      <dgm:prSet/>
      <dgm:spPr/>
      <dgm:t>
        <a:bodyPr/>
        <a:lstStyle/>
        <a:p>
          <a:endParaRPr lang="en-US"/>
        </a:p>
      </dgm:t>
    </dgm:pt>
    <dgm:pt modelId="{48E7EC4F-9E59-46BE-9880-A5A87AC70548}" type="sibTrans" cxnId="{FEF1519B-0AA0-40CD-A560-83AC5B101271}">
      <dgm:prSet/>
      <dgm:spPr/>
      <dgm:t>
        <a:bodyPr/>
        <a:lstStyle/>
        <a:p>
          <a:endParaRPr lang="en-US"/>
        </a:p>
      </dgm:t>
    </dgm:pt>
    <dgm:pt modelId="{C7C41C81-E879-4F71-A778-A7110DD27D84}">
      <dgm:prSet phldrT="[Text]" phldr="0"/>
      <dgm:spPr/>
      <dgm:t>
        <a:bodyPr/>
        <a:lstStyle/>
        <a:p>
          <a:r>
            <a:rPr lang="en-US"/>
            <a:t>Models</a:t>
          </a:r>
        </a:p>
      </dgm:t>
    </dgm:pt>
    <dgm:pt modelId="{30E81892-DF99-493E-9546-E62FF2ECC15D}" type="parTrans" cxnId="{6E4ECB37-5FEB-4F8B-9C47-6728AC0FB6DA}">
      <dgm:prSet/>
      <dgm:spPr/>
      <dgm:t>
        <a:bodyPr/>
        <a:lstStyle/>
        <a:p>
          <a:endParaRPr lang="en-US"/>
        </a:p>
      </dgm:t>
    </dgm:pt>
    <dgm:pt modelId="{31ADA45D-933C-4EF8-A4CD-AC2401EF76FE}" type="sibTrans" cxnId="{6E4ECB37-5FEB-4F8B-9C47-6728AC0FB6DA}">
      <dgm:prSet/>
      <dgm:spPr/>
      <dgm:t>
        <a:bodyPr/>
        <a:lstStyle/>
        <a:p>
          <a:endParaRPr lang="en-US"/>
        </a:p>
      </dgm:t>
    </dgm:pt>
    <dgm:pt modelId="{668E6366-1999-4FCE-98A9-6280AFB1FB69}">
      <dgm:prSet phldrT="[Text]" phldr="0"/>
      <dgm:spPr/>
      <dgm:t>
        <a:bodyPr/>
        <a:lstStyle/>
        <a:p>
          <a:r>
            <a:rPr lang="en-US"/>
            <a:t>Repositories</a:t>
          </a:r>
        </a:p>
      </dgm:t>
    </dgm:pt>
    <dgm:pt modelId="{B318A3AD-03B5-4E07-86AC-C62FD9916625}" type="parTrans" cxnId="{444E8501-467E-47A5-BDBC-0D353758256A}">
      <dgm:prSet/>
      <dgm:spPr/>
      <dgm:t>
        <a:bodyPr/>
        <a:lstStyle/>
        <a:p>
          <a:endParaRPr lang="en-US"/>
        </a:p>
      </dgm:t>
    </dgm:pt>
    <dgm:pt modelId="{745AC49B-332A-4AD5-8CB5-58BC118682AD}" type="sibTrans" cxnId="{444E8501-467E-47A5-BDBC-0D353758256A}">
      <dgm:prSet/>
      <dgm:spPr/>
      <dgm:t>
        <a:bodyPr/>
        <a:lstStyle/>
        <a:p>
          <a:endParaRPr lang="en-US"/>
        </a:p>
      </dgm:t>
    </dgm:pt>
    <dgm:pt modelId="{A83C1D10-146F-45EF-9E56-9B8DF8E77FD4}">
      <dgm:prSet phldrT="[Text]" phldr="0"/>
      <dgm:spPr/>
      <dgm:t>
        <a:bodyPr/>
        <a:lstStyle/>
        <a:p>
          <a:r>
            <a:rPr lang="en-US"/>
            <a:t>Services</a:t>
          </a:r>
        </a:p>
      </dgm:t>
    </dgm:pt>
    <dgm:pt modelId="{9E5E769C-52BE-4718-B55F-D32EB3A194F8}" type="parTrans" cxnId="{35515BA2-F7D1-49F1-BF31-018F743540EB}">
      <dgm:prSet/>
      <dgm:spPr/>
      <dgm:t>
        <a:bodyPr/>
        <a:lstStyle/>
        <a:p>
          <a:endParaRPr lang="en-US"/>
        </a:p>
      </dgm:t>
    </dgm:pt>
    <dgm:pt modelId="{3EA54C6C-D177-49A7-BE22-8DFB87529F2B}" type="sibTrans" cxnId="{35515BA2-F7D1-49F1-BF31-018F743540EB}">
      <dgm:prSet/>
      <dgm:spPr/>
      <dgm:t>
        <a:bodyPr/>
        <a:lstStyle/>
        <a:p>
          <a:endParaRPr lang="en-US"/>
        </a:p>
      </dgm:t>
    </dgm:pt>
    <dgm:pt modelId="{44001946-7C93-4B7A-BE94-A2622E0F95AB}">
      <dgm:prSet phldrT="[Text]" phldr="0"/>
      <dgm:spPr/>
      <dgm:t>
        <a:bodyPr/>
        <a:lstStyle/>
        <a:p>
          <a:r>
            <a:rPr lang="en-US"/>
            <a:t>Auth</a:t>
          </a:r>
        </a:p>
      </dgm:t>
    </dgm:pt>
    <dgm:pt modelId="{D08DB624-68B6-495B-8597-C73AD626F159}" type="parTrans" cxnId="{6A614B75-4D27-4D16-8BF2-70BE37145683}">
      <dgm:prSet/>
      <dgm:spPr/>
      <dgm:t>
        <a:bodyPr/>
        <a:lstStyle/>
        <a:p>
          <a:endParaRPr lang="en-US"/>
        </a:p>
      </dgm:t>
    </dgm:pt>
    <dgm:pt modelId="{B0E19D14-8E60-465D-B5A6-01BCF9995812}" type="sibTrans" cxnId="{6A614B75-4D27-4D16-8BF2-70BE37145683}">
      <dgm:prSet/>
      <dgm:spPr/>
      <dgm:t>
        <a:bodyPr/>
        <a:lstStyle/>
        <a:p>
          <a:endParaRPr lang="en-US"/>
        </a:p>
      </dgm:t>
    </dgm:pt>
    <dgm:pt modelId="{DE96D436-A48C-4112-B8EE-F56A5625E808}">
      <dgm:prSet phldrT="[Text]" phldr="0"/>
      <dgm:spPr/>
      <dgm:t>
        <a:bodyPr/>
        <a:lstStyle/>
        <a:p>
          <a:r>
            <a:rPr lang="en-US"/>
            <a:t>User</a:t>
          </a:r>
        </a:p>
      </dgm:t>
    </dgm:pt>
    <dgm:pt modelId="{716D8BEA-35BF-4A9E-AC5A-E42A6D203D15}" type="parTrans" cxnId="{1FAED0D4-1E66-4992-9AEB-C72FE6B22887}">
      <dgm:prSet/>
      <dgm:spPr/>
      <dgm:t>
        <a:bodyPr/>
        <a:lstStyle/>
        <a:p>
          <a:endParaRPr lang="en-US"/>
        </a:p>
      </dgm:t>
    </dgm:pt>
    <dgm:pt modelId="{FEB7EF52-BB96-4331-9C60-907423BCE881}" type="sibTrans" cxnId="{1FAED0D4-1E66-4992-9AEB-C72FE6B22887}">
      <dgm:prSet/>
      <dgm:spPr/>
      <dgm:t>
        <a:bodyPr/>
        <a:lstStyle/>
        <a:p>
          <a:endParaRPr lang="en-US"/>
        </a:p>
      </dgm:t>
    </dgm:pt>
    <dgm:pt modelId="{B469C575-A66F-42E1-9A82-C189B76099D2}">
      <dgm:prSet phldrT="[Text]" phldr="0"/>
      <dgm:spPr/>
      <dgm:t>
        <a:bodyPr/>
        <a:lstStyle/>
        <a:p>
          <a:r>
            <a:rPr lang="en-US"/>
            <a:t>Admin</a:t>
          </a:r>
        </a:p>
      </dgm:t>
    </dgm:pt>
    <dgm:pt modelId="{0F808AC6-7F98-40C9-91EF-087A704B63AB}" type="parTrans" cxnId="{01E31C1D-F143-4B8C-AC0E-94E93F72BDEC}">
      <dgm:prSet/>
      <dgm:spPr/>
      <dgm:t>
        <a:bodyPr/>
        <a:lstStyle/>
        <a:p>
          <a:endParaRPr lang="en-US"/>
        </a:p>
      </dgm:t>
    </dgm:pt>
    <dgm:pt modelId="{14F530EB-C186-4D1B-AEBF-940B3BB0C697}" type="sibTrans" cxnId="{01E31C1D-F143-4B8C-AC0E-94E93F72BDEC}">
      <dgm:prSet/>
      <dgm:spPr/>
      <dgm:t>
        <a:bodyPr/>
        <a:lstStyle/>
        <a:p>
          <a:endParaRPr lang="en-US"/>
        </a:p>
      </dgm:t>
    </dgm:pt>
    <dgm:pt modelId="{95D7F98D-AA9E-46AD-8B5C-1F01DD5BE721}">
      <dgm:prSet phldrT="[Text]" phldr="0"/>
      <dgm:spPr/>
      <dgm:t>
        <a:bodyPr/>
        <a:lstStyle/>
        <a:p>
          <a:r>
            <a:rPr lang="en-US"/>
            <a:t>Doctor</a:t>
          </a:r>
        </a:p>
      </dgm:t>
    </dgm:pt>
    <dgm:pt modelId="{31735AA1-1C06-49E6-AB11-A7191C5B7A67}" type="parTrans" cxnId="{85A80CED-51D6-4A0B-8538-2C582C3D3E9A}">
      <dgm:prSet/>
      <dgm:spPr/>
      <dgm:t>
        <a:bodyPr/>
        <a:lstStyle/>
        <a:p>
          <a:endParaRPr lang="en-US"/>
        </a:p>
      </dgm:t>
    </dgm:pt>
    <dgm:pt modelId="{673E29D5-4C43-4943-BF6A-46F48EEF1B03}" type="sibTrans" cxnId="{85A80CED-51D6-4A0B-8538-2C582C3D3E9A}">
      <dgm:prSet/>
      <dgm:spPr/>
      <dgm:t>
        <a:bodyPr/>
        <a:lstStyle/>
        <a:p>
          <a:endParaRPr lang="en-US"/>
        </a:p>
      </dgm:t>
    </dgm:pt>
    <dgm:pt modelId="{B932E9BC-8631-46B2-ADA4-72849C139097}">
      <dgm:prSet phldrT="[Text]" phldr="0"/>
      <dgm:spPr/>
      <dgm:t>
        <a:bodyPr/>
        <a:lstStyle/>
        <a:p>
          <a:r>
            <a:rPr lang="en-US"/>
            <a:t>Patient</a:t>
          </a:r>
        </a:p>
      </dgm:t>
    </dgm:pt>
    <dgm:pt modelId="{3252801E-8038-46D4-8EC4-90AD7112CB10}" type="parTrans" cxnId="{D20CE7FB-2573-4AAC-AC01-99E85EE3A204}">
      <dgm:prSet/>
      <dgm:spPr/>
      <dgm:t>
        <a:bodyPr/>
        <a:lstStyle/>
        <a:p>
          <a:endParaRPr lang="en-US"/>
        </a:p>
      </dgm:t>
    </dgm:pt>
    <dgm:pt modelId="{9BBE618C-D798-40FE-9DFA-D3EAC643651C}" type="sibTrans" cxnId="{D20CE7FB-2573-4AAC-AC01-99E85EE3A204}">
      <dgm:prSet/>
      <dgm:spPr/>
      <dgm:t>
        <a:bodyPr/>
        <a:lstStyle/>
        <a:p>
          <a:endParaRPr lang="en-US"/>
        </a:p>
      </dgm:t>
    </dgm:pt>
    <dgm:pt modelId="{D8C54468-71ED-4981-B0A3-3595039AB82C}">
      <dgm:prSet phldrT="[Text]" phldr="0"/>
      <dgm:spPr/>
      <dgm:t>
        <a:bodyPr/>
        <a:lstStyle/>
        <a:p>
          <a:r>
            <a:rPr lang="en-US"/>
            <a:t>Patient</a:t>
          </a:r>
        </a:p>
      </dgm:t>
    </dgm:pt>
    <dgm:pt modelId="{EFF62769-B89F-4BE5-8D50-3948D69254BF}" type="parTrans" cxnId="{D94D32EA-4A4F-429E-871E-AAF90AC466ED}">
      <dgm:prSet/>
      <dgm:spPr/>
      <dgm:t>
        <a:bodyPr/>
        <a:lstStyle/>
        <a:p>
          <a:endParaRPr lang="en-US"/>
        </a:p>
      </dgm:t>
    </dgm:pt>
    <dgm:pt modelId="{51B701C1-A42A-48F8-9E8B-8036678C6519}" type="sibTrans" cxnId="{D94D32EA-4A4F-429E-871E-AAF90AC466ED}">
      <dgm:prSet/>
      <dgm:spPr/>
      <dgm:t>
        <a:bodyPr/>
        <a:lstStyle/>
        <a:p>
          <a:endParaRPr lang="en-US"/>
        </a:p>
      </dgm:t>
    </dgm:pt>
    <dgm:pt modelId="{D105F0B5-BAA6-4732-90A3-E91BF6BFF9DB}">
      <dgm:prSet phldrT="[Text]" phldr="0"/>
      <dgm:spPr/>
      <dgm:t>
        <a:bodyPr/>
        <a:lstStyle/>
        <a:p>
          <a:r>
            <a:rPr lang="en-US"/>
            <a:t>Doctor</a:t>
          </a:r>
        </a:p>
      </dgm:t>
    </dgm:pt>
    <dgm:pt modelId="{697EF755-FAD8-436B-8F8A-B23183B2ED51}" type="parTrans" cxnId="{D37C091E-7DBE-4A1E-8915-1E969146FA68}">
      <dgm:prSet/>
      <dgm:spPr/>
      <dgm:t>
        <a:bodyPr/>
        <a:lstStyle/>
        <a:p>
          <a:endParaRPr lang="en-US"/>
        </a:p>
      </dgm:t>
    </dgm:pt>
    <dgm:pt modelId="{357C8762-4886-4200-85E4-74EB8FDB6D93}" type="sibTrans" cxnId="{D37C091E-7DBE-4A1E-8915-1E969146FA68}">
      <dgm:prSet/>
      <dgm:spPr/>
      <dgm:t>
        <a:bodyPr/>
        <a:lstStyle/>
        <a:p>
          <a:endParaRPr lang="en-US"/>
        </a:p>
      </dgm:t>
    </dgm:pt>
    <dgm:pt modelId="{06798773-ADB3-4D73-8182-2A326DADA6A7}">
      <dgm:prSet phldrT="[Text]" phldr="0"/>
      <dgm:spPr/>
      <dgm:t>
        <a:bodyPr/>
        <a:lstStyle/>
        <a:p>
          <a:r>
            <a:rPr lang="en-US"/>
            <a:t>Room</a:t>
          </a:r>
        </a:p>
      </dgm:t>
    </dgm:pt>
    <dgm:pt modelId="{2456A0C1-A304-4B11-A0FA-402CBEB2997A}" type="parTrans" cxnId="{D4797D3A-E09B-4239-A116-1AF40C5FBF42}">
      <dgm:prSet/>
      <dgm:spPr/>
      <dgm:t>
        <a:bodyPr/>
        <a:lstStyle/>
        <a:p>
          <a:endParaRPr lang="en-US"/>
        </a:p>
      </dgm:t>
    </dgm:pt>
    <dgm:pt modelId="{DEE6BD31-4103-4DB8-A6AC-0C062F25B478}" type="sibTrans" cxnId="{D4797D3A-E09B-4239-A116-1AF40C5FBF42}">
      <dgm:prSet/>
      <dgm:spPr/>
      <dgm:t>
        <a:bodyPr/>
        <a:lstStyle/>
        <a:p>
          <a:endParaRPr lang="en-US"/>
        </a:p>
      </dgm:t>
    </dgm:pt>
    <dgm:pt modelId="{0F87386D-1276-4E20-9963-4D7EB4ED4999}">
      <dgm:prSet phldrT="[Text]" phldr="0"/>
      <dgm:spPr/>
      <dgm:t>
        <a:bodyPr/>
        <a:lstStyle/>
        <a:p>
          <a:r>
            <a:rPr lang="en-US"/>
            <a:t>Medicine</a:t>
          </a:r>
        </a:p>
      </dgm:t>
    </dgm:pt>
    <dgm:pt modelId="{C630B7A0-5765-434B-B4E6-33216FE0B737}" type="parTrans" cxnId="{94C1A7CB-4C7A-4084-836E-B516D8D5891C}">
      <dgm:prSet/>
      <dgm:spPr/>
      <dgm:t>
        <a:bodyPr/>
        <a:lstStyle/>
        <a:p>
          <a:endParaRPr lang="en-US"/>
        </a:p>
      </dgm:t>
    </dgm:pt>
    <dgm:pt modelId="{479F6450-C223-48E0-86B7-32723E4E0737}" type="sibTrans" cxnId="{94C1A7CB-4C7A-4084-836E-B516D8D5891C}">
      <dgm:prSet/>
      <dgm:spPr/>
      <dgm:t>
        <a:bodyPr/>
        <a:lstStyle/>
        <a:p>
          <a:endParaRPr lang="en-US"/>
        </a:p>
      </dgm:t>
    </dgm:pt>
    <dgm:pt modelId="{1E518952-FE7C-401F-AEBA-9A73EC03413D}">
      <dgm:prSet phldrT="[Text]" phldr="0"/>
      <dgm:spPr/>
      <dgm:t>
        <a:bodyPr/>
        <a:lstStyle/>
        <a:p>
          <a:r>
            <a:rPr lang="en-US"/>
            <a:t>….</a:t>
          </a:r>
        </a:p>
      </dgm:t>
    </dgm:pt>
    <dgm:pt modelId="{EBDECD75-397B-4CD7-A33E-B6C6F9785C55}" type="parTrans" cxnId="{D4201722-D05D-4BCA-9F89-F0008525A659}">
      <dgm:prSet/>
      <dgm:spPr/>
      <dgm:t>
        <a:bodyPr/>
        <a:lstStyle/>
        <a:p>
          <a:endParaRPr lang="en-US"/>
        </a:p>
      </dgm:t>
    </dgm:pt>
    <dgm:pt modelId="{7E985A9D-FD3C-4694-8386-BF7B9BE1FF5B}" type="sibTrans" cxnId="{D4201722-D05D-4BCA-9F89-F0008525A659}">
      <dgm:prSet/>
      <dgm:spPr/>
      <dgm:t>
        <a:bodyPr/>
        <a:lstStyle/>
        <a:p>
          <a:endParaRPr lang="en-US"/>
        </a:p>
      </dgm:t>
    </dgm:pt>
    <dgm:pt modelId="{7321F13E-C9CB-427A-85C8-09B710A8B9BB}">
      <dgm:prSet phldrT="[Text]" phldr="0"/>
      <dgm:spPr/>
      <dgm:t>
        <a:bodyPr/>
        <a:lstStyle/>
        <a:p>
          <a:r>
            <a:rPr lang="en-US"/>
            <a:t>Patient_repo</a:t>
          </a:r>
        </a:p>
      </dgm:t>
    </dgm:pt>
    <dgm:pt modelId="{CB504B6E-5256-4558-8C2F-3D7A99519A54}" type="parTrans" cxnId="{BC2CFD3C-3EB5-4356-B5BE-EA8D36C51053}">
      <dgm:prSet/>
      <dgm:spPr/>
      <dgm:t>
        <a:bodyPr/>
        <a:lstStyle/>
        <a:p>
          <a:endParaRPr lang="en-US"/>
        </a:p>
      </dgm:t>
    </dgm:pt>
    <dgm:pt modelId="{B34D08D6-2075-415A-857C-C8AC0A8E700E}" type="sibTrans" cxnId="{BC2CFD3C-3EB5-4356-B5BE-EA8D36C51053}">
      <dgm:prSet/>
      <dgm:spPr/>
      <dgm:t>
        <a:bodyPr/>
        <a:lstStyle/>
        <a:p>
          <a:endParaRPr lang="en-US"/>
        </a:p>
      </dgm:t>
    </dgm:pt>
    <dgm:pt modelId="{B976B183-C1F4-4CBF-8C34-760043032C45}">
      <dgm:prSet phldrT="[Text]" phldr="0"/>
      <dgm:spPr/>
      <dgm:t>
        <a:bodyPr/>
        <a:lstStyle/>
        <a:p>
          <a:r>
            <a:rPr lang="en-US"/>
            <a:t>Doctor_repo</a:t>
          </a:r>
        </a:p>
      </dgm:t>
    </dgm:pt>
    <dgm:pt modelId="{614D8A65-66F8-4FA9-9408-DB50027EED41}" type="parTrans" cxnId="{E09BE2DD-32E2-4D76-93F3-CDF72972219F}">
      <dgm:prSet/>
      <dgm:spPr/>
      <dgm:t>
        <a:bodyPr/>
        <a:lstStyle/>
        <a:p>
          <a:endParaRPr lang="en-US"/>
        </a:p>
      </dgm:t>
    </dgm:pt>
    <dgm:pt modelId="{D15BEC83-D64B-4E9E-89DF-DD58CE4C3BB9}" type="sibTrans" cxnId="{E09BE2DD-32E2-4D76-93F3-CDF72972219F}">
      <dgm:prSet/>
      <dgm:spPr/>
      <dgm:t>
        <a:bodyPr/>
        <a:lstStyle/>
        <a:p>
          <a:endParaRPr lang="en-US"/>
        </a:p>
      </dgm:t>
    </dgm:pt>
    <dgm:pt modelId="{80F59B67-644A-48CB-8502-F12BD9E46BDC}">
      <dgm:prSet phldrT="[Text]" phldr="0"/>
      <dgm:spPr/>
      <dgm:t>
        <a:bodyPr/>
        <a:lstStyle/>
        <a:p>
          <a:r>
            <a:rPr lang="en-US"/>
            <a:t>…..</a:t>
          </a:r>
        </a:p>
      </dgm:t>
    </dgm:pt>
    <dgm:pt modelId="{BC7F1E08-4DC5-4759-932D-27899203E91A}" type="parTrans" cxnId="{BF1A6115-5E03-491D-8F52-EF8263C86F06}">
      <dgm:prSet/>
      <dgm:spPr/>
      <dgm:t>
        <a:bodyPr/>
        <a:lstStyle/>
        <a:p>
          <a:endParaRPr lang="en-US"/>
        </a:p>
      </dgm:t>
    </dgm:pt>
    <dgm:pt modelId="{38D6A4EC-1D44-4289-B252-FB12006740A8}" type="sibTrans" cxnId="{BF1A6115-5E03-491D-8F52-EF8263C86F06}">
      <dgm:prSet/>
      <dgm:spPr/>
      <dgm:t>
        <a:bodyPr/>
        <a:lstStyle/>
        <a:p>
          <a:endParaRPr lang="en-US"/>
        </a:p>
      </dgm:t>
    </dgm:pt>
    <dgm:pt modelId="{E36420FC-7EBD-4012-B5C1-00A476770930}">
      <dgm:prSet phldrT="[Text]" phldr="0"/>
      <dgm:spPr/>
      <dgm:t>
        <a:bodyPr/>
        <a:lstStyle/>
        <a:p>
          <a:r>
            <a:rPr lang="en-US"/>
            <a:t>Admin</a:t>
          </a:r>
        </a:p>
      </dgm:t>
    </dgm:pt>
    <dgm:pt modelId="{C8F93DCF-2D08-46C9-BC6E-64D0E46B9DB4}" type="parTrans" cxnId="{9E09053A-A323-4FC3-A806-D05F38CC2C92}">
      <dgm:prSet/>
      <dgm:spPr/>
      <dgm:t>
        <a:bodyPr/>
        <a:lstStyle/>
        <a:p>
          <a:endParaRPr lang="en-US"/>
        </a:p>
      </dgm:t>
    </dgm:pt>
    <dgm:pt modelId="{973572A9-75BA-49FF-B95D-C1B4C56F58CC}" type="sibTrans" cxnId="{9E09053A-A323-4FC3-A806-D05F38CC2C92}">
      <dgm:prSet/>
      <dgm:spPr/>
      <dgm:t>
        <a:bodyPr/>
        <a:lstStyle/>
        <a:p>
          <a:endParaRPr lang="en-US"/>
        </a:p>
      </dgm:t>
    </dgm:pt>
    <dgm:pt modelId="{8582C899-B79C-4E27-9BD7-A2EB7B1E47CF}">
      <dgm:prSet phldrT="[Text]" phldr="0"/>
      <dgm:spPr/>
      <dgm:t>
        <a:bodyPr/>
        <a:lstStyle/>
        <a:p>
          <a:r>
            <a:rPr lang="en-US"/>
            <a:t>Dashboard</a:t>
          </a:r>
        </a:p>
      </dgm:t>
    </dgm:pt>
    <dgm:pt modelId="{5F77FF22-20B0-424A-93AD-403B2D88A959}" type="parTrans" cxnId="{FD85EAC6-C419-4D34-A715-6344E1FD13C3}">
      <dgm:prSet/>
      <dgm:spPr/>
      <dgm:t>
        <a:bodyPr/>
        <a:lstStyle/>
        <a:p>
          <a:endParaRPr lang="en-US"/>
        </a:p>
      </dgm:t>
    </dgm:pt>
    <dgm:pt modelId="{22796C09-AECF-4176-8EA7-35BD9A561405}" type="sibTrans" cxnId="{FD85EAC6-C419-4D34-A715-6344E1FD13C3}">
      <dgm:prSet/>
      <dgm:spPr/>
      <dgm:t>
        <a:bodyPr/>
        <a:lstStyle/>
        <a:p>
          <a:endParaRPr lang="en-US"/>
        </a:p>
      </dgm:t>
    </dgm:pt>
    <dgm:pt modelId="{570A6E6F-966B-4D2B-8316-0EB7B2FC654B}">
      <dgm:prSet phldrT="[Text]" phldr="0"/>
      <dgm:spPr/>
      <dgm:t>
        <a:bodyPr/>
        <a:lstStyle/>
        <a:p>
          <a:r>
            <a:rPr lang="en-US"/>
            <a:t>Inventory</a:t>
          </a:r>
        </a:p>
      </dgm:t>
    </dgm:pt>
    <dgm:pt modelId="{7A8BBFC7-786B-40D0-A43F-7FA3BF40277C}" type="parTrans" cxnId="{15C66F4D-1A61-4539-871E-E169086FC9A8}">
      <dgm:prSet/>
      <dgm:spPr/>
      <dgm:t>
        <a:bodyPr/>
        <a:lstStyle/>
        <a:p>
          <a:endParaRPr lang="en-US"/>
        </a:p>
      </dgm:t>
    </dgm:pt>
    <dgm:pt modelId="{EB4B6AD1-B442-4B11-8EF0-7610FEF018DD}" type="sibTrans" cxnId="{15C66F4D-1A61-4539-871E-E169086FC9A8}">
      <dgm:prSet/>
      <dgm:spPr/>
      <dgm:t>
        <a:bodyPr/>
        <a:lstStyle/>
        <a:p>
          <a:endParaRPr lang="en-US"/>
        </a:p>
      </dgm:t>
    </dgm:pt>
    <dgm:pt modelId="{1F163689-ABFC-4B40-B348-0D9D9FEB84F0}">
      <dgm:prSet phldrT="[Text]" phldr="0"/>
      <dgm:spPr/>
      <dgm:t>
        <a:bodyPr/>
        <a:lstStyle/>
        <a:p>
          <a:r>
            <a:rPr lang="en-US"/>
            <a:t>Staffs</a:t>
          </a:r>
        </a:p>
      </dgm:t>
    </dgm:pt>
    <dgm:pt modelId="{FEAD6FA7-FA63-4518-85DE-BB75DC45CF2A}" type="parTrans" cxnId="{196E9BF1-D95E-457F-A92C-077FF5445A8E}">
      <dgm:prSet/>
      <dgm:spPr/>
      <dgm:t>
        <a:bodyPr/>
        <a:lstStyle/>
        <a:p>
          <a:endParaRPr lang="en-US"/>
        </a:p>
      </dgm:t>
    </dgm:pt>
    <dgm:pt modelId="{FD2F780B-8832-4292-96D3-CBC499AF01CC}" type="sibTrans" cxnId="{196E9BF1-D95E-457F-A92C-077FF5445A8E}">
      <dgm:prSet/>
      <dgm:spPr/>
      <dgm:t>
        <a:bodyPr/>
        <a:lstStyle/>
        <a:p>
          <a:endParaRPr lang="en-US"/>
        </a:p>
      </dgm:t>
    </dgm:pt>
    <dgm:pt modelId="{217120CA-0891-4ADC-A6FF-F778C4210822}">
      <dgm:prSet phldrT="[Text]" phldr="0"/>
      <dgm:spPr/>
      <dgm:t>
        <a:bodyPr/>
        <a:lstStyle/>
        <a:p>
          <a:r>
            <a:rPr lang="en-US"/>
            <a:t>….</a:t>
          </a:r>
        </a:p>
      </dgm:t>
    </dgm:pt>
    <dgm:pt modelId="{D30E8047-A76C-4EC5-9425-479AB107FFB8}" type="parTrans" cxnId="{F9ECD6C6-EC27-46B6-9618-205E6F5ABEAF}">
      <dgm:prSet/>
      <dgm:spPr/>
      <dgm:t>
        <a:bodyPr/>
        <a:lstStyle/>
        <a:p>
          <a:endParaRPr lang="en-US"/>
        </a:p>
      </dgm:t>
    </dgm:pt>
    <dgm:pt modelId="{D0036EB9-ECF5-4767-9068-8551FC4E7AB6}" type="sibTrans" cxnId="{F9ECD6C6-EC27-46B6-9618-205E6F5ABEAF}">
      <dgm:prSet/>
      <dgm:spPr/>
      <dgm:t>
        <a:bodyPr/>
        <a:lstStyle/>
        <a:p>
          <a:endParaRPr lang="en-US"/>
        </a:p>
      </dgm:t>
    </dgm:pt>
    <dgm:pt modelId="{69DB8109-59D5-45C6-8736-C1604ABD6396}" type="pres">
      <dgm:prSet presAssocID="{EA173A87-10BB-41AA-A776-0BAB973F9C2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A2F20F6-43FE-402F-B2E7-494456209236}" type="pres">
      <dgm:prSet presAssocID="{ED8FCE72-ABDE-4D57-ACB0-BF9F386D26F3}" presName="hierRoot1" presStyleCnt="0">
        <dgm:presLayoutVars>
          <dgm:hierBranch val="init"/>
        </dgm:presLayoutVars>
      </dgm:prSet>
      <dgm:spPr/>
    </dgm:pt>
    <dgm:pt modelId="{FD643105-8B12-4B02-8774-6736F5D6BAAB}" type="pres">
      <dgm:prSet presAssocID="{ED8FCE72-ABDE-4D57-ACB0-BF9F386D26F3}" presName="rootComposite1" presStyleCnt="0"/>
      <dgm:spPr/>
    </dgm:pt>
    <dgm:pt modelId="{D208BCD9-A901-4EE5-B059-4FABBA60C046}" type="pres">
      <dgm:prSet presAssocID="{ED8FCE72-ABDE-4D57-ACB0-BF9F386D26F3}" presName="rootText1" presStyleLbl="node0" presStyleIdx="0" presStyleCnt="1">
        <dgm:presLayoutVars>
          <dgm:chPref val="3"/>
        </dgm:presLayoutVars>
      </dgm:prSet>
      <dgm:spPr/>
    </dgm:pt>
    <dgm:pt modelId="{1EEDD81C-1F55-4B35-94F0-0AF240CE2BBB}" type="pres">
      <dgm:prSet presAssocID="{ED8FCE72-ABDE-4D57-ACB0-BF9F386D26F3}" presName="rootConnector1" presStyleLbl="node1" presStyleIdx="0" presStyleCnt="0"/>
      <dgm:spPr/>
    </dgm:pt>
    <dgm:pt modelId="{7580980C-EAFB-4DC6-8CD8-F232CF9108D2}" type="pres">
      <dgm:prSet presAssocID="{ED8FCE72-ABDE-4D57-ACB0-BF9F386D26F3}" presName="hierChild2" presStyleCnt="0"/>
      <dgm:spPr/>
    </dgm:pt>
    <dgm:pt modelId="{703268B4-F808-47A6-8668-80111BDF4E73}" type="pres">
      <dgm:prSet presAssocID="{95ECD42B-8AE6-49BF-9490-7F2DC461BC31}" presName="Name37" presStyleLbl="parChTrans1D2" presStyleIdx="0" presStyleCnt="2"/>
      <dgm:spPr/>
    </dgm:pt>
    <dgm:pt modelId="{5DA44D65-A4F1-4111-9293-6902C30A330A}" type="pres">
      <dgm:prSet presAssocID="{06CAC3DA-66BB-4D80-A12C-7FE735569BC7}" presName="hierRoot2" presStyleCnt="0">
        <dgm:presLayoutVars>
          <dgm:hierBranch val="init"/>
        </dgm:presLayoutVars>
      </dgm:prSet>
      <dgm:spPr/>
    </dgm:pt>
    <dgm:pt modelId="{824AC9B0-031C-4FEB-BC37-48C00A0D3809}" type="pres">
      <dgm:prSet presAssocID="{06CAC3DA-66BB-4D80-A12C-7FE735569BC7}" presName="rootComposite" presStyleCnt="0"/>
      <dgm:spPr/>
    </dgm:pt>
    <dgm:pt modelId="{51357279-0C40-4EF9-93C4-8E6E2EFEA26B}" type="pres">
      <dgm:prSet presAssocID="{06CAC3DA-66BB-4D80-A12C-7FE735569BC7}" presName="rootText" presStyleLbl="node2" presStyleIdx="0" presStyleCnt="2">
        <dgm:presLayoutVars>
          <dgm:chPref val="3"/>
        </dgm:presLayoutVars>
      </dgm:prSet>
      <dgm:spPr/>
    </dgm:pt>
    <dgm:pt modelId="{02C99DBA-F5DB-4E56-9540-767D608D74D8}" type="pres">
      <dgm:prSet presAssocID="{06CAC3DA-66BB-4D80-A12C-7FE735569BC7}" presName="rootConnector" presStyleLbl="node2" presStyleIdx="0" presStyleCnt="2"/>
      <dgm:spPr/>
    </dgm:pt>
    <dgm:pt modelId="{2AEC4DD6-5A5F-4D7D-AD71-F875ADF28542}" type="pres">
      <dgm:prSet presAssocID="{06CAC3DA-66BB-4D80-A12C-7FE735569BC7}" presName="hierChild4" presStyleCnt="0"/>
      <dgm:spPr/>
    </dgm:pt>
    <dgm:pt modelId="{E48851A4-D57F-4F5F-A214-0DDE3E95970E}" type="pres">
      <dgm:prSet presAssocID="{D828F7CD-D2B0-419E-8609-CF8E8033577B}" presName="Name37" presStyleLbl="parChTrans1D3" presStyleIdx="0" presStyleCnt="6"/>
      <dgm:spPr/>
    </dgm:pt>
    <dgm:pt modelId="{99CB77D6-317D-49A5-8AA8-371F32FC0F17}" type="pres">
      <dgm:prSet presAssocID="{2F901C88-F406-4CEE-95A0-08E7D0A76F7A}" presName="hierRoot2" presStyleCnt="0">
        <dgm:presLayoutVars>
          <dgm:hierBranch val="init"/>
        </dgm:presLayoutVars>
      </dgm:prSet>
      <dgm:spPr/>
    </dgm:pt>
    <dgm:pt modelId="{25828883-EBE0-4D58-8FD2-2ACA40C5AE3F}" type="pres">
      <dgm:prSet presAssocID="{2F901C88-F406-4CEE-95A0-08E7D0A76F7A}" presName="rootComposite" presStyleCnt="0"/>
      <dgm:spPr/>
    </dgm:pt>
    <dgm:pt modelId="{C099E5E7-6557-4167-B759-0ADB1385CDB3}" type="pres">
      <dgm:prSet presAssocID="{2F901C88-F406-4CEE-95A0-08E7D0A76F7A}" presName="rootText" presStyleLbl="node3" presStyleIdx="0" presStyleCnt="6">
        <dgm:presLayoutVars>
          <dgm:chPref val="3"/>
        </dgm:presLayoutVars>
      </dgm:prSet>
      <dgm:spPr/>
    </dgm:pt>
    <dgm:pt modelId="{3EFA3478-B5FC-4C04-A2C9-AF6FDD3316CB}" type="pres">
      <dgm:prSet presAssocID="{2F901C88-F406-4CEE-95A0-08E7D0A76F7A}" presName="rootConnector" presStyleLbl="node3" presStyleIdx="0" presStyleCnt="6"/>
      <dgm:spPr/>
    </dgm:pt>
    <dgm:pt modelId="{D738D7C1-BFAE-4789-884C-1D4D75241777}" type="pres">
      <dgm:prSet presAssocID="{2F901C88-F406-4CEE-95A0-08E7D0A76F7A}" presName="hierChild4" presStyleCnt="0"/>
      <dgm:spPr/>
    </dgm:pt>
    <dgm:pt modelId="{F46B8E13-E253-4F1E-8828-B18B64CF83FA}" type="pres">
      <dgm:prSet presAssocID="{EFC8DB4E-0920-46A3-993F-065EA0D3A634}" presName="Name37" presStyleLbl="parChTrans1D4" presStyleIdx="0" presStyleCnt="23"/>
      <dgm:spPr/>
    </dgm:pt>
    <dgm:pt modelId="{80BD7C0E-A2C5-4BFD-A9BE-921AD957B3D0}" type="pres">
      <dgm:prSet presAssocID="{BF095F42-3EE5-4240-8DE2-300A8E8BFBC0}" presName="hierRoot2" presStyleCnt="0">
        <dgm:presLayoutVars>
          <dgm:hierBranch val="init"/>
        </dgm:presLayoutVars>
      </dgm:prSet>
      <dgm:spPr/>
    </dgm:pt>
    <dgm:pt modelId="{3B3867BB-B754-4B77-AD65-39ED66FFE9F3}" type="pres">
      <dgm:prSet presAssocID="{BF095F42-3EE5-4240-8DE2-300A8E8BFBC0}" presName="rootComposite" presStyleCnt="0"/>
      <dgm:spPr/>
    </dgm:pt>
    <dgm:pt modelId="{822AF33C-2D1F-4D21-8886-31211D07BFDE}" type="pres">
      <dgm:prSet presAssocID="{BF095F42-3EE5-4240-8DE2-300A8E8BFBC0}" presName="rootText" presStyleLbl="node4" presStyleIdx="0" presStyleCnt="23">
        <dgm:presLayoutVars>
          <dgm:chPref val="3"/>
        </dgm:presLayoutVars>
      </dgm:prSet>
      <dgm:spPr/>
    </dgm:pt>
    <dgm:pt modelId="{5FC3534F-DCEB-489E-9767-304AE333B77A}" type="pres">
      <dgm:prSet presAssocID="{BF095F42-3EE5-4240-8DE2-300A8E8BFBC0}" presName="rootConnector" presStyleLbl="node4" presStyleIdx="0" presStyleCnt="23"/>
      <dgm:spPr/>
    </dgm:pt>
    <dgm:pt modelId="{5BB6580E-2C29-4912-8B89-048E11093670}" type="pres">
      <dgm:prSet presAssocID="{BF095F42-3EE5-4240-8DE2-300A8E8BFBC0}" presName="hierChild4" presStyleCnt="0"/>
      <dgm:spPr/>
    </dgm:pt>
    <dgm:pt modelId="{446F2B5E-FC60-4D24-A360-3BF1E2018B70}" type="pres">
      <dgm:prSet presAssocID="{BF095F42-3EE5-4240-8DE2-300A8E8BFBC0}" presName="hierChild5" presStyleCnt="0"/>
      <dgm:spPr/>
    </dgm:pt>
    <dgm:pt modelId="{56BAE8E3-9E1B-4974-B54F-19C7A74FA748}" type="pres">
      <dgm:prSet presAssocID="{5957C3CF-DD8A-49F5-8BF7-B289B51426DF}" presName="Name37" presStyleLbl="parChTrans1D4" presStyleIdx="1" presStyleCnt="23"/>
      <dgm:spPr/>
    </dgm:pt>
    <dgm:pt modelId="{89007194-2F1D-4491-AD06-B2AC68F531F9}" type="pres">
      <dgm:prSet presAssocID="{39E11E63-C96C-4454-A423-BC317DF9AB40}" presName="hierRoot2" presStyleCnt="0">
        <dgm:presLayoutVars>
          <dgm:hierBranch val="init"/>
        </dgm:presLayoutVars>
      </dgm:prSet>
      <dgm:spPr/>
    </dgm:pt>
    <dgm:pt modelId="{1556C082-0AC4-4F6C-9B0C-730471DCBABF}" type="pres">
      <dgm:prSet presAssocID="{39E11E63-C96C-4454-A423-BC317DF9AB40}" presName="rootComposite" presStyleCnt="0"/>
      <dgm:spPr/>
    </dgm:pt>
    <dgm:pt modelId="{ED33AF37-B3C1-4208-9731-9A996E6192CD}" type="pres">
      <dgm:prSet presAssocID="{39E11E63-C96C-4454-A423-BC317DF9AB40}" presName="rootText" presStyleLbl="node4" presStyleIdx="1" presStyleCnt="23">
        <dgm:presLayoutVars>
          <dgm:chPref val="3"/>
        </dgm:presLayoutVars>
      </dgm:prSet>
      <dgm:spPr/>
    </dgm:pt>
    <dgm:pt modelId="{D440DA52-C1B2-485F-B084-D0323D42425D}" type="pres">
      <dgm:prSet presAssocID="{39E11E63-C96C-4454-A423-BC317DF9AB40}" presName="rootConnector" presStyleLbl="node4" presStyleIdx="1" presStyleCnt="23"/>
      <dgm:spPr/>
    </dgm:pt>
    <dgm:pt modelId="{D20F14D8-D982-42F1-95E0-BF0C79E9F056}" type="pres">
      <dgm:prSet presAssocID="{39E11E63-C96C-4454-A423-BC317DF9AB40}" presName="hierChild4" presStyleCnt="0"/>
      <dgm:spPr/>
    </dgm:pt>
    <dgm:pt modelId="{815D1E11-4892-468E-BD80-A89240AB51BD}" type="pres">
      <dgm:prSet presAssocID="{39E11E63-C96C-4454-A423-BC317DF9AB40}" presName="hierChild5" presStyleCnt="0"/>
      <dgm:spPr/>
    </dgm:pt>
    <dgm:pt modelId="{3A2DE8C5-12BF-4A16-A84E-2DF529919952}" type="pres">
      <dgm:prSet presAssocID="{2F901C88-F406-4CEE-95A0-08E7D0A76F7A}" presName="hierChild5" presStyleCnt="0"/>
      <dgm:spPr/>
    </dgm:pt>
    <dgm:pt modelId="{4A85C0FB-F1CF-4757-BDB7-FBA1FF24CECD}" type="pres">
      <dgm:prSet presAssocID="{3C389163-4E5D-45AA-9559-78AC022885D0}" presName="Name37" presStyleLbl="parChTrans1D3" presStyleIdx="1" presStyleCnt="6"/>
      <dgm:spPr/>
    </dgm:pt>
    <dgm:pt modelId="{F3C6B8A8-CCC6-47D8-BD19-79BDD3AEC54E}" type="pres">
      <dgm:prSet presAssocID="{E94982BF-1A85-4F8F-8883-73D0C1615006}" presName="hierRoot2" presStyleCnt="0">
        <dgm:presLayoutVars>
          <dgm:hierBranch val="init"/>
        </dgm:presLayoutVars>
      </dgm:prSet>
      <dgm:spPr/>
    </dgm:pt>
    <dgm:pt modelId="{746B0D5A-3F49-404B-8F71-9DBE8A00D7D6}" type="pres">
      <dgm:prSet presAssocID="{E94982BF-1A85-4F8F-8883-73D0C1615006}" presName="rootComposite" presStyleCnt="0"/>
      <dgm:spPr/>
    </dgm:pt>
    <dgm:pt modelId="{D07149D2-0CC8-4E12-88EB-4783295CDE9D}" type="pres">
      <dgm:prSet presAssocID="{E94982BF-1A85-4F8F-8883-73D0C1615006}" presName="rootText" presStyleLbl="node3" presStyleIdx="1" presStyleCnt="6">
        <dgm:presLayoutVars>
          <dgm:chPref val="3"/>
        </dgm:presLayoutVars>
      </dgm:prSet>
      <dgm:spPr/>
    </dgm:pt>
    <dgm:pt modelId="{B2F40D55-5E0B-4814-B3E1-2826852DB9AA}" type="pres">
      <dgm:prSet presAssocID="{E94982BF-1A85-4F8F-8883-73D0C1615006}" presName="rootConnector" presStyleLbl="node3" presStyleIdx="1" presStyleCnt="6"/>
      <dgm:spPr/>
    </dgm:pt>
    <dgm:pt modelId="{F712EE16-62E5-4A97-BE5A-D99B23725DB3}" type="pres">
      <dgm:prSet presAssocID="{E94982BF-1A85-4F8F-8883-73D0C1615006}" presName="hierChild4" presStyleCnt="0"/>
      <dgm:spPr/>
    </dgm:pt>
    <dgm:pt modelId="{A511B8A7-0F13-4EC7-824D-DFDD37ED537E}" type="pres">
      <dgm:prSet presAssocID="{5E5FF0E8-28BD-4632-AE4D-99D7018AE3C0}" presName="Name37" presStyleLbl="parChTrans1D4" presStyleIdx="2" presStyleCnt="23"/>
      <dgm:spPr/>
    </dgm:pt>
    <dgm:pt modelId="{162E085F-0644-43CE-B00A-A87BFB358F61}" type="pres">
      <dgm:prSet presAssocID="{26D44CC9-446E-449E-9A93-27B9BCAA37BA}" presName="hierRoot2" presStyleCnt="0">
        <dgm:presLayoutVars>
          <dgm:hierBranch val="init"/>
        </dgm:presLayoutVars>
      </dgm:prSet>
      <dgm:spPr/>
    </dgm:pt>
    <dgm:pt modelId="{089210D0-7D48-4A22-8D47-CA01005AF016}" type="pres">
      <dgm:prSet presAssocID="{26D44CC9-446E-449E-9A93-27B9BCAA37BA}" presName="rootComposite" presStyleCnt="0"/>
      <dgm:spPr/>
    </dgm:pt>
    <dgm:pt modelId="{5D5618DA-21B3-42CE-89DF-E85B386EDB00}" type="pres">
      <dgm:prSet presAssocID="{26D44CC9-446E-449E-9A93-27B9BCAA37BA}" presName="rootText" presStyleLbl="node4" presStyleIdx="2" presStyleCnt="23">
        <dgm:presLayoutVars>
          <dgm:chPref val="3"/>
        </dgm:presLayoutVars>
      </dgm:prSet>
      <dgm:spPr/>
    </dgm:pt>
    <dgm:pt modelId="{453ACBF7-CC7D-4706-B65C-8C7A775E5592}" type="pres">
      <dgm:prSet presAssocID="{26D44CC9-446E-449E-9A93-27B9BCAA37BA}" presName="rootConnector" presStyleLbl="node4" presStyleIdx="2" presStyleCnt="23"/>
      <dgm:spPr/>
    </dgm:pt>
    <dgm:pt modelId="{9315A24F-817F-449A-A4DF-95EF50A60994}" type="pres">
      <dgm:prSet presAssocID="{26D44CC9-446E-449E-9A93-27B9BCAA37BA}" presName="hierChild4" presStyleCnt="0"/>
      <dgm:spPr/>
    </dgm:pt>
    <dgm:pt modelId="{5F175693-C711-4362-9E49-00D96FC11CEE}" type="pres">
      <dgm:prSet presAssocID="{26D44CC9-446E-449E-9A93-27B9BCAA37BA}" presName="hierChild5" presStyleCnt="0"/>
      <dgm:spPr/>
    </dgm:pt>
    <dgm:pt modelId="{759B98C4-CCE1-4456-BDC8-6CBE9F314907}" type="pres">
      <dgm:prSet presAssocID="{A0123059-6B21-4DBF-9EE8-17CA79261F65}" presName="Name37" presStyleLbl="parChTrans1D4" presStyleIdx="3" presStyleCnt="23"/>
      <dgm:spPr/>
    </dgm:pt>
    <dgm:pt modelId="{71024F9F-A967-4A7A-9289-DD0E6F235729}" type="pres">
      <dgm:prSet presAssocID="{5E4530E0-C491-404A-8B5D-6CA8ABACB43F}" presName="hierRoot2" presStyleCnt="0">
        <dgm:presLayoutVars>
          <dgm:hierBranch val="init"/>
        </dgm:presLayoutVars>
      </dgm:prSet>
      <dgm:spPr/>
    </dgm:pt>
    <dgm:pt modelId="{16BCC105-B8BE-4ED9-9CBD-D5FD2E0F34A2}" type="pres">
      <dgm:prSet presAssocID="{5E4530E0-C491-404A-8B5D-6CA8ABACB43F}" presName="rootComposite" presStyleCnt="0"/>
      <dgm:spPr/>
    </dgm:pt>
    <dgm:pt modelId="{88B1ABF3-BC10-4A40-B3B4-C13360B940EC}" type="pres">
      <dgm:prSet presAssocID="{5E4530E0-C491-404A-8B5D-6CA8ABACB43F}" presName="rootText" presStyleLbl="node4" presStyleIdx="3" presStyleCnt="23">
        <dgm:presLayoutVars>
          <dgm:chPref val="3"/>
        </dgm:presLayoutVars>
      </dgm:prSet>
      <dgm:spPr/>
    </dgm:pt>
    <dgm:pt modelId="{38C60182-12CA-4D29-933C-02888A2D9285}" type="pres">
      <dgm:prSet presAssocID="{5E4530E0-C491-404A-8B5D-6CA8ABACB43F}" presName="rootConnector" presStyleLbl="node4" presStyleIdx="3" presStyleCnt="23"/>
      <dgm:spPr/>
    </dgm:pt>
    <dgm:pt modelId="{7D084646-F6DC-49DF-9DF0-1544C163C9B5}" type="pres">
      <dgm:prSet presAssocID="{5E4530E0-C491-404A-8B5D-6CA8ABACB43F}" presName="hierChild4" presStyleCnt="0"/>
      <dgm:spPr/>
    </dgm:pt>
    <dgm:pt modelId="{6742295E-B9DF-43C8-B56E-29B722299DBA}" type="pres">
      <dgm:prSet presAssocID="{5E4530E0-C491-404A-8B5D-6CA8ABACB43F}" presName="hierChild5" presStyleCnt="0"/>
      <dgm:spPr/>
    </dgm:pt>
    <dgm:pt modelId="{67AED7DA-27C7-4B06-BCA6-A93ABA61FBD7}" type="pres">
      <dgm:prSet presAssocID="{92E2B792-1A0B-4A3C-9569-C06F9DFDF3A5}" presName="Name37" presStyleLbl="parChTrans1D4" presStyleIdx="4" presStyleCnt="23"/>
      <dgm:spPr/>
    </dgm:pt>
    <dgm:pt modelId="{96CEDFC2-494D-47FC-90DC-FC35C3683369}" type="pres">
      <dgm:prSet presAssocID="{5FFCD430-5B27-4B7B-8CCB-98D1C1587B74}" presName="hierRoot2" presStyleCnt="0">
        <dgm:presLayoutVars>
          <dgm:hierBranch val="init"/>
        </dgm:presLayoutVars>
      </dgm:prSet>
      <dgm:spPr/>
    </dgm:pt>
    <dgm:pt modelId="{F918EB36-0FDB-472E-8542-DB610699733B}" type="pres">
      <dgm:prSet presAssocID="{5FFCD430-5B27-4B7B-8CCB-98D1C1587B74}" presName="rootComposite" presStyleCnt="0"/>
      <dgm:spPr/>
    </dgm:pt>
    <dgm:pt modelId="{B898E4CD-539B-42FA-9835-B690414F5E27}" type="pres">
      <dgm:prSet presAssocID="{5FFCD430-5B27-4B7B-8CCB-98D1C1587B74}" presName="rootText" presStyleLbl="node4" presStyleIdx="4" presStyleCnt="23">
        <dgm:presLayoutVars>
          <dgm:chPref val="3"/>
        </dgm:presLayoutVars>
      </dgm:prSet>
      <dgm:spPr/>
    </dgm:pt>
    <dgm:pt modelId="{962EADF0-AC1D-43C8-9F47-8EA1092F375A}" type="pres">
      <dgm:prSet presAssocID="{5FFCD430-5B27-4B7B-8CCB-98D1C1587B74}" presName="rootConnector" presStyleLbl="node4" presStyleIdx="4" presStyleCnt="23"/>
      <dgm:spPr/>
    </dgm:pt>
    <dgm:pt modelId="{4FF29159-CFAC-4A3C-804F-B4C0FE258487}" type="pres">
      <dgm:prSet presAssocID="{5FFCD430-5B27-4B7B-8CCB-98D1C1587B74}" presName="hierChild4" presStyleCnt="0"/>
      <dgm:spPr/>
    </dgm:pt>
    <dgm:pt modelId="{E3D6B64A-40D5-45C3-A12E-FDEBD3131F9A}" type="pres">
      <dgm:prSet presAssocID="{5FFCD430-5B27-4B7B-8CCB-98D1C1587B74}" presName="hierChild5" presStyleCnt="0"/>
      <dgm:spPr/>
    </dgm:pt>
    <dgm:pt modelId="{46EEF50C-8E41-4258-A8C8-B20D1C9A7AA0}" type="pres">
      <dgm:prSet presAssocID="{E94982BF-1A85-4F8F-8883-73D0C1615006}" presName="hierChild5" presStyleCnt="0"/>
      <dgm:spPr/>
    </dgm:pt>
    <dgm:pt modelId="{4EAF9743-AE56-42A5-8CBA-EEC768A7F9A2}" type="pres">
      <dgm:prSet presAssocID="{06CAC3DA-66BB-4D80-A12C-7FE735569BC7}" presName="hierChild5" presStyleCnt="0"/>
      <dgm:spPr/>
    </dgm:pt>
    <dgm:pt modelId="{CB0BB1A8-0DA7-4745-A16B-54CDA471468D}" type="pres">
      <dgm:prSet presAssocID="{ACD1DA57-A898-4AA3-A024-34B887B4EA6B}" presName="Name37" presStyleLbl="parChTrans1D2" presStyleIdx="1" presStyleCnt="2"/>
      <dgm:spPr/>
    </dgm:pt>
    <dgm:pt modelId="{F2A84513-C85B-42F5-9700-3095031939DF}" type="pres">
      <dgm:prSet presAssocID="{71B670D5-BB7C-4301-94C0-465FB3D2BFA7}" presName="hierRoot2" presStyleCnt="0">
        <dgm:presLayoutVars>
          <dgm:hierBranch val="init"/>
        </dgm:presLayoutVars>
      </dgm:prSet>
      <dgm:spPr/>
    </dgm:pt>
    <dgm:pt modelId="{669C9F01-3F15-40B5-9C41-0843006C02BE}" type="pres">
      <dgm:prSet presAssocID="{71B670D5-BB7C-4301-94C0-465FB3D2BFA7}" presName="rootComposite" presStyleCnt="0"/>
      <dgm:spPr/>
    </dgm:pt>
    <dgm:pt modelId="{2228BECA-B3AC-4FCA-8F75-9E0A6178048B}" type="pres">
      <dgm:prSet presAssocID="{71B670D5-BB7C-4301-94C0-465FB3D2BFA7}" presName="rootText" presStyleLbl="node2" presStyleIdx="1" presStyleCnt="2">
        <dgm:presLayoutVars>
          <dgm:chPref val="3"/>
        </dgm:presLayoutVars>
      </dgm:prSet>
      <dgm:spPr/>
    </dgm:pt>
    <dgm:pt modelId="{DF8AF1CE-6997-4170-9A3C-F24E0AFA4408}" type="pres">
      <dgm:prSet presAssocID="{71B670D5-BB7C-4301-94C0-465FB3D2BFA7}" presName="rootConnector" presStyleLbl="node2" presStyleIdx="1" presStyleCnt="2"/>
      <dgm:spPr/>
    </dgm:pt>
    <dgm:pt modelId="{370A3720-FBFE-47EE-9B60-D95BD4CC7170}" type="pres">
      <dgm:prSet presAssocID="{71B670D5-BB7C-4301-94C0-465FB3D2BFA7}" presName="hierChild4" presStyleCnt="0"/>
      <dgm:spPr/>
    </dgm:pt>
    <dgm:pt modelId="{CE0D3069-DA6E-4882-94BB-BFDBE9A406C7}" type="pres">
      <dgm:prSet presAssocID="{1051CC72-ECEB-455D-BC01-7B9DB541EFA2}" presName="Name37" presStyleLbl="parChTrans1D3" presStyleIdx="2" presStyleCnt="6"/>
      <dgm:spPr/>
    </dgm:pt>
    <dgm:pt modelId="{198DD225-BA67-40FD-89CC-9B67052C972D}" type="pres">
      <dgm:prSet presAssocID="{FD469AE3-1F92-482D-AED3-96344268E0B7}" presName="hierRoot2" presStyleCnt="0">
        <dgm:presLayoutVars>
          <dgm:hierBranch val="init"/>
        </dgm:presLayoutVars>
      </dgm:prSet>
      <dgm:spPr/>
    </dgm:pt>
    <dgm:pt modelId="{A323A72A-BBCD-416D-B637-073FBD357AB6}" type="pres">
      <dgm:prSet presAssocID="{FD469AE3-1F92-482D-AED3-96344268E0B7}" presName="rootComposite" presStyleCnt="0"/>
      <dgm:spPr/>
    </dgm:pt>
    <dgm:pt modelId="{B7B84F3E-5465-44B5-B182-09DF80890BA5}" type="pres">
      <dgm:prSet presAssocID="{FD469AE3-1F92-482D-AED3-96344268E0B7}" presName="rootText" presStyleLbl="node3" presStyleIdx="2" presStyleCnt="6">
        <dgm:presLayoutVars>
          <dgm:chPref val="3"/>
        </dgm:presLayoutVars>
      </dgm:prSet>
      <dgm:spPr/>
    </dgm:pt>
    <dgm:pt modelId="{1EA8FA67-B6B9-4B7F-9A6D-6F60F797E704}" type="pres">
      <dgm:prSet presAssocID="{FD469AE3-1F92-482D-AED3-96344268E0B7}" presName="rootConnector" presStyleLbl="node3" presStyleIdx="2" presStyleCnt="6"/>
      <dgm:spPr/>
    </dgm:pt>
    <dgm:pt modelId="{5D88AB12-0081-4EF4-9507-8CA9F212B6DF}" type="pres">
      <dgm:prSet presAssocID="{FD469AE3-1F92-482D-AED3-96344268E0B7}" presName="hierChild4" presStyleCnt="0"/>
      <dgm:spPr/>
    </dgm:pt>
    <dgm:pt modelId="{A09F3512-295A-4B4F-906B-423DB21DDC35}" type="pres">
      <dgm:prSet presAssocID="{D08DB624-68B6-495B-8597-C73AD626F159}" presName="Name37" presStyleLbl="parChTrans1D4" presStyleIdx="5" presStyleCnt="23"/>
      <dgm:spPr/>
    </dgm:pt>
    <dgm:pt modelId="{D2FA4BF9-41B1-4C26-984F-69814E60CFEF}" type="pres">
      <dgm:prSet presAssocID="{44001946-7C93-4B7A-BE94-A2622E0F95AB}" presName="hierRoot2" presStyleCnt="0">
        <dgm:presLayoutVars>
          <dgm:hierBranch val="init"/>
        </dgm:presLayoutVars>
      </dgm:prSet>
      <dgm:spPr/>
    </dgm:pt>
    <dgm:pt modelId="{B872BF79-52C6-4B34-8610-160EB6880B29}" type="pres">
      <dgm:prSet presAssocID="{44001946-7C93-4B7A-BE94-A2622E0F95AB}" presName="rootComposite" presStyleCnt="0"/>
      <dgm:spPr/>
    </dgm:pt>
    <dgm:pt modelId="{D27CDC1B-3056-49B1-B9DF-A0A40E2F836B}" type="pres">
      <dgm:prSet presAssocID="{44001946-7C93-4B7A-BE94-A2622E0F95AB}" presName="rootText" presStyleLbl="node4" presStyleIdx="5" presStyleCnt="23">
        <dgm:presLayoutVars>
          <dgm:chPref val="3"/>
        </dgm:presLayoutVars>
      </dgm:prSet>
      <dgm:spPr/>
    </dgm:pt>
    <dgm:pt modelId="{43D418AF-E9F0-4D12-BB4A-E21C8DC92F6C}" type="pres">
      <dgm:prSet presAssocID="{44001946-7C93-4B7A-BE94-A2622E0F95AB}" presName="rootConnector" presStyleLbl="node4" presStyleIdx="5" presStyleCnt="23"/>
      <dgm:spPr/>
    </dgm:pt>
    <dgm:pt modelId="{79840BF7-8301-4649-86E2-D1952E9D6E5B}" type="pres">
      <dgm:prSet presAssocID="{44001946-7C93-4B7A-BE94-A2622E0F95AB}" presName="hierChild4" presStyleCnt="0"/>
      <dgm:spPr/>
    </dgm:pt>
    <dgm:pt modelId="{95F14B88-AE84-48B1-A0A5-02F5A417E2B9}" type="pres">
      <dgm:prSet presAssocID="{44001946-7C93-4B7A-BE94-A2622E0F95AB}" presName="hierChild5" presStyleCnt="0"/>
      <dgm:spPr/>
    </dgm:pt>
    <dgm:pt modelId="{60A73918-E17E-4C84-8747-D0F35CE703DC}" type="pres">
      <dgm:prSet presAssocID="{716D8BEA-35BF-4A9E-AC5A-E42A6D203D15}" presName="Name37" presStyleLbl="parChTrans1D4" presStyleIdx="6" presStyleCnt="23"/>
      <dgm:spPr/>
    </dgm:pt>
    <dgm:pt modelId="{0280E1D2-075B-4F17-BE6F-2BA843182C96}" type="pres">
      <dgm:prSet presAssocID="{DE96D436-A48C-4112-B8EE-F56A5625E808}" presName="hierRoot2" presStyleCnt="0">
        <dgm:presLayoutVars>
          <dgm:hierBranch val="init"/>
        </dgm:presLayoutVars>
      </dgm:prSet>
      <dgm:spPr/>
    </dgm:pt>
    <dgm:pt modelId="{9BD4ACE3-1A9F-4E12-940D-A76991519E55}" type="pres">
      <dgm:prSet presAssocID="{DE96D436-A48C-4112-B8EE-F56A5625E808}" presName="rootComposite" presStyleCnt="0"/>
      <dgm:spPr/>
    </dgm:pt>
    <dgm:pt modelId="{7B53DD2F-DB77-4FB9-9CBA-11A5DDF238E0}" type="pres">
      <dgm:prSet presAssocID="{DE96D436-A48C-4112-B8EE-F56A5625E808}" presName="rootText" presStyleLbl="node4" presStyleIdx="6" presStyleCnt="23">
        <dgm:presLayoutVars>
          <dgm:chPref val="3"/>
        </dgm:presLayoutVars>
      </dgm:prSet>
      <dgm:spPr/>
    </dgm:pt>
    <dgm:pt modelId="{7A32552E-4DAB-4B22-9D87-A3F56F1C02C4}" type="pres">
      <dgm:prSet presAssocID="{DE96D436-A48C-4112-B8EE-F56A5625E808}" presName="rootConnector" presStyleLbl="node4" presStyleIdx="6" presStyleCnt="23"/>
      <dgm:spPr/>
    </dgm:pt>
    <dgm:pt modelId="{0E3BAC8F-1271-4956-8BE8-EE32DB6ED58F}" type="pres">
      <dgm:prSet presAssocID="{DE96D436-A48C-4112-B8EE-F56A5625E808}" presName="hierChild4" presStyleCnt="0"/>
      <dgm:spPr/>
    </dgm:pt>
    <dgm:pt modelId="{93587ACB-0365-4723-80D0-DE1AA2A551C4}" type="pres">
      <dgm:prSet presAssocID="{DE96D436-A48C-4112-B8EE-F56A5625E808}" presName="hierChild5" presStyleCnt="0"/>
      <dgm:spPr/>
    </dgm:pt>
    <dgm:pt modelId="{770C90B1-4A21-42B6-8706-D1FFC456F841}" type="pres">
      <dgm:prSet presAssocID="{0F808AC6-7F98-40C9-91EF-087A704B63AB}" presName="Name37" presStyleLbl="parChTrans1D4" presStyleIdx="7" presStyleCnt="23"/>
      <dgm:spPr/>
    </dgm:pt>
    <dgm:pt modelId="{1EBC0329-50B4-4257-947D-B8366FC36711}" type="pres">
      <dgm:prSet presAssocID="{B469C575-A66F-42E1-9A82-C189B76099D2}" presName="hierRoot2" presStyleCnt="0">
        <dgm:presLayoutVars>
          <dgm:hierBranch val="init"/>
        </dgm:presLayoutVars>
      </dgm:prSet>
      <dgm:spPr/>
    </dgm:pt>
    <dgm:pt modelId="{E1830850-4940-48B2-8134-F3CF0DEA8F59}" type="pres">
      <dgm:prSet presAssocID="{B469C575-A66F-42E1-9A82-C189B76099D2}" presName="rootComposite" presStyleCnt="0"/>
      <dgm:spPr/>
    </dgm:pt>
    <dgm:pt modelId="{964D65E4-733E-435A-A2F9-984F64520C57}" type="pres">
      <dgm:prSet presAssocID="{B469C575-A66F-42E1-9A82-C189B76099D2}" presName="rootText" presStyleLbl="node4" presStyleIdx="7" presStyleCnt="23">
        <dgm:presLayoutVars>
          <dgm:chPref val="3"/>
        </dgm:presLayoutVars>
      </dgm:prSet>
      <dgm:spPr/>
    </dgm:pt>
    <dgm:pt modelId="{0BA4D32D-A0CA-4E67-8256-2DEED2F38ACE}" type="pres">
      <dgm:prSet presAssocID="{B469C575-A66F-42E1-9A82-C189B76099D2}" presName="rootConnector" presStyleLbl="node4" presStyleIdx="7" presStyleCnt="23"/>
      <dgm:spPr/>
    </dgm:pt>
    <dgm:pt modelId="{E266B9AB-9221-47C5-BC36-7260248B1699}" type="pres">
      <dgm:prSet presAssocID="{B469C575-A66F-42E1-9A82-C189B76099D2}" presName="hierChild4" presStyleCnt="0"/>
      <dgm:spPr/>
    </dgm:pt>
    <dgm:pt modelId="{2BBDBA6F-562B-482C-89E9-C404FF737919}" type="pres">
      <dgm:prSet presAssocID="{B469C575-A66F-42E1-9A82-C189B76099D2}" presName="hierChild5" presStyleCnt="0"/>
      <dgm:spPr/>
    </dgm:pt>
    <dgm:pt modelId="{BAEEF4E8-1A13-4C5D-A495-736D04FEB65A}" type="pres">
      <dgm:prSet presAssocID="{31735AA1-1C06-49E6-AB11-A7191C5B7A67}" presName="Name37" presStyleLbl="parChTrans1D4" presStyleIdx="8" presStyleCnt="23"/>
      <dgm:spPr/>
    </dgm:pt>
    <dgm:pt modelId="{6D712A33-CE26-452E-B2E3-2A9DA5C1C2A3}" type="pres">
      <dgm:prSet presAssocID="{95D7F98D-AA9E-46AD-8B5C-1F01DD5BE721}" presName="hierRoot2" presStyleCnt="0">
        <dgm:presLayoutVars>
          <dgm:hierBranch val="init"/>
        </dgm:presLayoutVars>
      </dgm:prSet>
      <dgm:spPr/>
    </dgm:pt>
    <dgm:pt modelId="{CD1DDD47-B4D4-4028-A955-828643DA3AB1}" type="pres">
      <dgm:prSet presAssocID="{95D7F98D-AA9E-46AD-8B5C-1F01DD5BE721}" presName="rootComposite" presStyleCnt="0"/>
      <dgm:spPr/>
    </dgm:pt>
    <dgm:pt modelId="{2A5C9F0B-E215-4249-AA13-F064DDD0D3EA}" type="pres">
      <dgm:prSet presAssocID="{95D7F98D-AA9E-46AD-8B5C-1F01DD5BE721}" presName="rootText" presStyleLbl="node4" presStyleIdx="8" presStyleCnt="23">
        <dgm:presLayoutVars>
          <dgm:chPref val="3"/>
        </dgm:presLayoutVars>
      </dgm:prSet>
      <dgm:spPr/>
    </dgm:pt>
    <dgm:pt modelId="{83BB6835-9588-4BFC-80A6-A81960A58E0E}" type="pres">
      <dgm:prSet presAssocID="{95D7F98D-AA9E-46AD-8B5C-1F01DD5BE721}" presName="rootConnector" presStyleLbl="node4" presStyleIdx="8" presStyleCnt="23"/>
      <dgm:spPr/>
    </dgm:pt>
    <dgm:pt modelId="{F9630875-ACD7-451F-B8BC-C036CF4561F5}" type="pres">
      <dgm:prSet presAssocID="{95D7F98D-AA9E-46AD-8B5C-1F01DD5BE721}" presName="hierChild4" presStyleCnt="0"/>
      <dgm:spPr/>
    </dgm:pt>
    <dgm:pt modelId="{EA29C697-A7BD-4C67-8271-640E3491C448}" type="pres">
      <dgm:prSet presAssocID="{95D7F98D-AA9E-46AD-8B5C-1F01DD5BE721}" presName="hierChild5" presStyleCnt="0"/>
      <dgm:spPr/>
    </dgm:pt>
    <dgm:pt modelId="{08F408F4-B9F4-4302-A224-1EDE01DAFF8B}" type="pres">
      <dgm:prSet presAssocID="{3252801E-8038-46D4-8EC4-90AD7112CB10}" presName="Name37" presStyleLbl="parChTrans1D4" presStyleIdx="9" presStyleCnt="23"/>
      <dgm:spPr/>
    </dgm:pt>
    <dgm:pt modelId="{ABC71E8B-E4A7-41B3-B0F7-464C9627AF47}" type="pres">
      <dgm:prSet presAssocID="{B932E9BC-8631-46B2-ADA4-72849C139097}" presName="hierRoot2" presStyleCnt="0">
        <dgm:presLayoutVars>
          <dgm:hierBranch val="init"/>
        </dgm:presLayoutVars>
      </dgm:prSet>
      <dgm:spPr/>
    </dgm:pt>
    <dgm:pt modelId="{226F4A2F-0474-46F0-BBD4-811158604CD6}" type="pres">
      <dgm:prSet presAssocID="{B932E9BC-8631-46B2-ADA4-72849C139097}" presName="rootComposite" presStyleCnt="0"/>
      <dgm:spPr/>
    </dgm:pt>
    <dgm:pt modelId="{50377EB7-3FCC-4813-AE29-E6DF71E82EDB}" type="pres">
      <dgm:prSet presAssocID="{B932E9BC-8631-46B2-ADA4-72849C139097}" presName="rootText" presStyleLbl="node4" presStyleIdx="9" presStyleCnt="23">
        <dgm:presLayoutVars>
          <dgm:chPref val="3"/>
        </dgm:presLayoutVars>
      </dgm:prSet>
      <dgm:spPr/>
    </dgm:pt>
    <dgm:pt modelId="{A92E5EB2-32CC-4ED8-B893-2F4BC0CC706B}" type="pres">
      <dgm:prSet presAssocID="{B932E9BC-8631-46B2-ADA4-72849C139097}" presName="rootConnector" presStyleLbl="node4" presStyleIdx="9" presStyleCnt="23"/>
      <dgm:spPr/>
    </dgm:pt>
    <dgm:pt modelId="{6FE33FC9-B745-4B5F-B1BB-448119DFA580}" type="pres">
      <dgm:prSet presAssocID="{B932E9BC-8631-46B2-ADA4-72849C139097}" presName="hierChild4" presStyleCnt="0"/>
      <dgm:spPr/>
    </dgm:pt>
    <dgm:pt modelId="{47848488-1DD9-4ECE-BB59-F2AB6AD9739B}" type="pres">
      <dgm:prSet presAssocID="{B932E9BC-8631-46B2-ADA4-72849C139097}" presName="hierChild5" presStyleCnt="0"/>
      <dgm:spPr/>
    </dgm:pt>
    <dgm:pt modelId="{BBBA4962-74B9-4E38-937B-3350DBF8288B}" type="pres">
      <dgm:prSet presAssocID="{FD469AE3-1F92-482D-AED3-96344268E0B7}" presName="hierChild5" presStyleCnt="0"/>
      <dgm:spPr/>
    </dgm:pt>
    <dgm:pt modelId="{AEF4CF33-8780-447D-A590-75C711AC07EE}" type="pres">
      <dgm:prSet presAssocID="{30E81892-DF99-493E-9546-E62FF2ECC15D}" presName="Name37" presStyleLbl="parChTrans1D3" presStyleIdx="3" presStyleCnt="6"/>
      <dgm:spPr/>
    </dgm:pt>
    <dgm:pt modelId="{454E74D6-1B3B-4ACC-907F-6F58038009C2}" type="pres">
      <dgm:prSet presAssocID="{C7C41C81-E879-4F71-A778-A7110DD27D84}" presName="hierRoot2" presStyleCnt="0">
        <dgm:presLayoutVars>
          <dgm:hierBranch val="init"/>
        </dgm:presLayoutVars>
      </dgm:prSet>
      <dgm:spPr/>
    </dgm:pt>
    <dgm:pt modelId="{AE80EEC3-32A0-453E-BD7B-489A497E6E3C}" type="pres">
      <dgm:prSet presAssocID="{C7C41C81-E879-4F71-A778-A7110DD27D84}" presName="rootComposite" presStyleCnt="0"/>
      <dgm:spPr/>
    </dgm:pt>
    <dgm:pt modelId="{2F040CC6-A28E-4A3B-A111-A956BB7A6328}" type="pres">
      <dgm:prSet presAssocID="{C7C41C81-E879-4F71-A778-A7110DD27D84}" presName="rootText" presStyleLbl="node3" presStyleIdx="3" presStyleCnt="6">
        <dgm:presLayoutVars>
          <dgm:chPref val="3"/>
        </dgm:presLayoutVars>
      </dgm:prSet>
      <dgm:spPr/>
    </dgm:pt>
    <dgm:pt modelId="{57241D0C-EF4A-4008-A754-7940C611F2EF}" type="pres">
      <dgm:prSet presAssocID="{C7C41C81-E879-4F71-A778-A7110DD27D84}" presName="rootConnector" presStyleLbl="node3" presStyleIdx="3" presStyleCnt="6"/>
      <dgm:spPr/>
    </dgm:pt>
    <dgm:pt modelId="{3E416CCD-EE35-4A67-8B76-BB95E98D6ACD}" type="pres">
      <dgm:prSet presAssocID="{C7C41C81-E879-4F71-A778-A7110DD27D84}" presName="hierChild4" presStyleCnt="0"/>
      <dgm:spPr/>
    </dgm:pt>
    <dgm:pt modelId="{FF8BE88A-D4BC-49E0-BFB1-5CF188292EA0}" type="pres">
      <dgm:prSet presAssocID="{EFF62769-B89F-4BE5-8D50-3948D69254BF}" presName="Name37" presStyleLbl="parChTrans1D4" presStyleIdx="10" presStyleCnt="23"/>
      <dgm:spPr/>
    </dgm:pt>
    <dgm:pt modelId="{FCDF26C0-8F2E-4F03-8930-C24B93A2ACA3}" type="pres">
      <dgm:prSet presAssocID="{D8C54468-71ED-4981-B0A3-3595039AB82C}" presName="hierRoot2" presStyleCnt="0">
        <dgm:presLayoutVars>
          <dgm:hierBranch val="init"/>
        </dgm:presLayoutVars>
      </dgm:prSet>
      <dgm:spPr/>
    </dgm:pt>
    <dgm:pt modelId="{62551EBF-9BA6-4DC1-AA85-B6FE3E457EA4}" type="pres">
      <dgm:prSet presAssocID="{D8C54468-71ED-4981-B0A3-3595039AB82C}" presName="rootComposite" presStyleCnt="0"/>
      <dgm:spPr/>
    </dgm:pt>
    <dgm:pt modelId="{C99CCBF9-B38F-418C-9287-1882177C13C6}" type="pres">
      <dgm:prSet presAssocID="{D8C54468-71ED-4981-B0A3-3595039AB82C}" presName="rootText" presStyleLbl="node4" presStyleIdx="10" presStyleCnt="23">
        <dgm:presLayoutVars>
          <dgm:chPref val="3"/>
        </dgm:presLayoutVars>
      </dgm:prSet>
      <dgm:spPr/>
    </dgm:pt>
    <dgm:pt modelId="{F9C50271-15E0-444E-9AE0-2655A78E3F9E}" type="pres">
      <dgm:prSet presAssocID="{D8C54468-71ED-4981-B0A3-3595039AB82C}" presName="rootConnector" presStyleLbl="node4" presStyleIdx="10" presStyleCnt="23"/>
      <dgm:spPr/>
    </dgm:pt>
    <dgm:pt modelId="{404D81FF-D965-45D6-A2DF-266173CE690D}" type="pres">
      <dgm:prSet presAssocID="{D8C54468-71ED-4981-B0A3-3595039AB82C}" presName="hierChild4" presStyleCnt="0"/>
      <dgm:spPr/>
    </dgm:pt>
    <dgm:pt modelId="{1D8A7378-A012-4862-8DC0-0418770779B0}" type="pres">
      <dgm:prSet presAssocID="{D8C54468-71ED-4981-B0A3-3595039AB82C}" presName="hierChild5" presStyleCnt="0"/>
      <dgm:spPr/>
    </dgm:pt>
    <dgm:pt modelId="{95F8F787-9EDB-4771-A1C4-04F20CD8B5FC}" type="pres">
      <dgm:prSet presAssocID="{697EF755-FAD8-436B-8F8A-B23183B2ED51}" presName="Name37" presStyleLbl="parChTrans1D4" presStyleIdx="11" presStyleCnt="23"/>
      <dgm:spPr/>
    </dgm:pt>
    <dgm:pt modelId="{4BCD5D62-5798-4F26-A661-8B01B0A34F53}" type="pres">
      <dgm:prSet presAssocID="{D105F0B5-BAA6-4732-90A3-E91BF6BFF9DB}" presName="hierRoot2" presStyleCnt="0">
        <dgm:presLayoutVars>
          <dgm:hierBranch val="init"/>
        </dgm:presLayoutVars>
      </dgm:prSet>
      <dgm:spPr/>
    </dgm:pt>
    <dgm:pt modelId="{DC70FBF4-76EA-4CCD-A053-935941A1F4A4}" type="pres">
      <dgm:prSet presAssocID="{D105F0B5-BAA6-4732-90A3-E91BF6BFF9DB}" presName="rootComposite" presStyleCnt="0"/>
      <dgm:spPr/>
    </dgm:pt>
    <dgm:pt modelId="{17FAA371-D083-4C80-9844-22D908E242E2}" type="pres">
      <dgm:prSet presAssocID="{D105F0B5-BAA6-4732-90A3-E91BF6BFF9DB}" presName="rootText" presStyleLbl="node4" presStyleIdx="11" presStyleCnt="23">
        <dgm:presLayoutVars>
          <dgm:chPref val="3"/>
        </dgm:presLayoutVars>
      </dgm:prSet>
      <dgm:spPr/>
    </dgm:pt>
    <dgm:pt modelId="{1BF1F4ED-4D7C-463D-B044-A05BB7C9913C}" type="pres">
      <dgm:prSet presAssocID="{D105F0B5-BAA6-4732-90A3-E91BF6BFF9DB}" presName="rootConnector" presStyleLbl="node4" presStyleIdx="11" presStyleCnt="23"/>
      <dgm:spPr/>
    </dgm:pt>
    <dgm:pt modelId="{0C6F57BF-FE72-4EAE-B826-7CC04EF8D5DB}" type="pres">
      <dgm:prSet presAssocID="{D105F0B5-BAA6-4732-90A3-E91BF6BFF9DB}" presName="hierChild4" presStyleCnt="0"/>
      <dgm:spPr/>
    </dgm:pt>
    <dgm:pt modelId="{17D431A6-23DA-46A1-A4FD-91901591E397}" type="pres">
      <dgm:prSet presAssocID="{D105F0B5-BAA6-4732-90A3-E91BF6BFF9DB}" presName="hierChild5" presStyleCnt="0"/>
      <dgm:spPr/>
    </dgm:pt>
    <dgm:pt modelId="{CF133A77-39D9-4841-8498-A04FFFD7C40A}" type="pres">
      <dgm:prSet presAssocID="{2456A0C1-A304-4B11-A0FA-402CBEB2997A}" presName="Name37" presStyleLbl="parChTrans1D4" presStyleIdx="12" presStyleCnt="23"/>
      <dgm:spPr/>
    </dgm:pt>
    <dgm:pt modelId="{8E7CEA1A-7904-4F1F-BCAC-C0BDD8439E44}" type="pres">
      <dgm:prSet presAssocID="{06798773-ADB3-4D73-8182-2A326DADA6A7}" presName="hierRoot2" presStyleCnt="0">
        <dgm:presLayoutVars>
          <dgm:hierBranch val="init"/>
        </dgm:presLayoutVars>
      </dgm:prSet>
      <dgm:spPr/>
    </dgm:pt>
    <dgm:pt modelId="{865F07B8-1557-4310-A96F-A20CB55A16B4}" type="pres">
      <dgm:prSet presAssocID="{06798773-ADB3-4D73-8182-2A326DADA6A7}" presName="rootComposite" presStyleCnt="0"/>
      <dgm:spPr/>
    </dgm:pt>
    <dgm:pt modelId="{E2541DC1-11A7-44E3-8BC2-97B6E53AC366}" type="pres">
      <dgm:prSet presAssocID="{06798773-ADB3-4D73-8182-2A326DADA6A7}" presName="rootText" presStyleLbl="node4" presStyleIdx="12" presStyleCnt="23">
        <dgm:presLayoutVars>
          <dgm:chPref val="3"/>
        </dgm:presLayoutVars>
      </dgm:prSet>
      <dgm:spPr/>
    </dgm:pt>
    <dgm:pt modelId="{A26B274E-4365-4285-91A6-54BD8BFE0E4D}" type="pres">
      <dgm:prSet presAssocID="{06798773-ADB3-4D73-8182-2A326DADA6A7}" presName="rootConnector" presStyleLbl="node4" presStyleIdx="12" presStyleCnt="23"/>
      <dgm:spPr/>
    </dgm:pt>
    <dgm:pt modelId="{D106F764-4830-4D9A-957A-7F5ECACA28DE}" type="pres">
      <dgm:prSet presAssocID="{06798773-ADB3-4D73-8182-2A326DADA6A7}" presName="hierChild4" presStyleCnt="0"/>
      <dgm:spPr/>
    </dgm:pt>
    <dgm:pt modelId="{2FD8BBC7-462F-483F-B7F4-CF74F3445F64}" type="pres">
      <dgm:prSet presAssocID="{06798773-ADB3-4D73-8182-2A326DADA6A7}" presName="hierChild5" presStyleCnt="0"/>
      <dgm:spPr/>
    </dgm:pt>
    <dgm:pt modelId="{76236C39-C745-48B1-89FE-2E5F62F6DF4E}" type="pres">
      <dgm:prSet presAssocID="{C630B7A0-5765-434B-B4E6-33216FE0B737}" presName="Name37" presStyleLbl="parChTrans1D4" presStyleIdx="13" presStyleCnt="23"/>
      <dgm:spPr/>
    </dgm:pt>
    <dgm:pt modelId="{23E81F3E-E8D9-4A07-B8F7-1B8C1DF5F23E}" type="pres">
      <dgm:prSet presAssocID="{0F87386D-1276-4E20-9963-4D7EB4ED4999}" presName="hierRoot2" presStyleCnt="0">
        <dgm:presLayoutVars>
          <dgm:hierBranch val="init"/>
        </dgm:presLayoutVars>
      </dgm:prSet>
      <dgm:spPr/>
    </dgm:pt>
    <dgm:pt modelId="{96BE5633-A7FA-4FC5-8267-2B154255ACF3}" type="pres">
      <dgm:prSet presAssocID="{0F87386D-1276-4E20-9963-4D7EB4ED4999}" presName="rootComposite" presStyleCnt="0"/>
      <dgm:spPr/>
    </dgm:pt>
    <dgm:pt modelId="{759EC99A-C901-4CA1-9D4F-245A8848011C}" type="pres">
      <dgm:prSet presAssocID="{0F87386D-1276-4E20-9963-4D7EB4ED4999}" presName="rootText" presStyleLbl="node4" presStyleIdx="13" presStyleCnt="23">
        <dgm:presLayoutVars>
          <dgm:chPref val="3"/>
        </dgm:presLayoutVars>
      </dgm:prSet>
      <dgm:spPr/>
    </dgm:pt>
    <dgm:pt modelId="{703272E3-3FA7-465D-8645-80F6C89579D5}" type="pres">
      <dgm:prSet presAssocID="{0F87386D-1276-4E20-9963-4D7EB4ED4999}" presName="rootConnector" presStyleLbl="node4" presStyleIdx="13" presStyleCnt="23"/>
      <dgm:spPr/>
    </dgm:pt>
    <dgm:pt modelId="{1215CA76-A1F3-4339-84F5-30A513B60191}" type="pres">
      <dgm:prSet presAssocID="{0F87386D-1276-4E20-9963-4D7EB4ED4999}" presName="hierChild4" presStyleCnt="0"/>
      <dgm:spPr/>
    </dgm:pt>
    <dgm:pt modelId="{6915A008-41D1-4042-B5B7-B4E7C3916A66}" type="pres">
      <dgm:prSet presAssocID="{0F87386D-1276-4E20-9963-4D7EB4ED4999}" presName="hierChild5" presStyleCnt="0"/>
      <dgm:spPr/>
    </dgm:pt>
    <dgm:pt modelId="{E3A4F46C-BDE5-43F7-86E1-3A09CF8935CF}" type="pres">
      <dgm:prSet presAssocID="{EBDECD75-397B-4CD7-A33E-B6C6F9785C55}" presName="Name37" presStyleLbl="parChTrans1D4" presStyleIdx="14" presStyleCnt="23"/>
      <dgm:spPr/>
    </dgm:pt>
    <dgm:pt modelId="{160542E3-DE3B-452D-982C-51CE11222669}" type="pres">
      <dgm:prSet presAssocID="{1E518952-FE7C-401F-AEBA-9A73EC03413D}" presName="hierRoot2" presStyleCnt="0">
        <dgm:presLayoutVars>
          <dgm:hierBranch val="init"/>
        </dgm:presLayoutVars>
      </dgm:prSet>
      <dgm:spPr/>
    </dgm:pt>
    <dgm:pt modelId="{DADD54A5-0241-4BF8-B9CC-EC6900527C73}" type="pres">
      <dgm:prSet presAssocID="{1E518952-FE7C-401F-AEBA-9A73EC03413D}" presName="rootComposite" presStyleCnt="0"/>
      <dgm:spPr/>
    </dgm:pt>
    <dgm:pt modelId="{82E8B599-D671-4030-85F9-27BD54D9E4E2}" type="pres">
      <dgm:prSet presAssocID="{1E518952-FE7C-401F-AEBA-9A73EC03413D}" presName="rootText" presStyleLbl="node4" presStyleIdx="14" presStyleCnt="23">
        <dgm:presLayoutVars>
          <dgm:chPref val="3"/>
        </dgm:presLayoutVars>
      </dgm:prSet>
      <dgm:spPr/>
    </dgm:pt>
    <dgm:pt modelId="{09A2A755-B2EA-4402-AB90-038E04A3F82F}" type="pres">
      <dgm:prSet presAssocID="{1E518952-FE7C-401F-AEBA-9A73EC03413D}" presName="rootConnector" presStyleLbl="node4" presStyleIdx="14" presStyleCnt="23"/>
      <dgm:spPr/>
    </dgm:pt>
    <dgm:pt modelId="{871C43CC-601F-4982-8278-083A67120F19}" type="pres">
      <dgm:prSet presAssocID="{1E518952-FE7C-401F-AEBA-9A73EC03413D}" presName="hierChild4" presStyleCnt="0"/>
      <dgm:spPr/>
    </dgm:pt>
    <dgm:pt modelId="{682C593E-0F7D-495B-BD5F-5BE812C2DF69}" type="pres">
      <dgm:prSet presAssocID="{1E518952-FE7C-401F-AEBA-9A73EC03413D}" presName="hierChild5" presStyleCnt="0"/>
      <dgm:spPr/>
    </dgm:pt>
    <dgm:pt modelId="{A1D9E706-9F2D-44C5-ABEF-435328FD67F2}" type="pres">
      <dgm:prSet presAssocID="{C7C41C81-E879-4F71-A778-A7110DD27D84}" presName="hierChild5" presStyleCnt="0"/>
      <dgm:spPr/>
    </dgm:pt>
    <dgm:pt modelId="{B8A6A5F9-4597-4640-A36A-465CA19D395A}" type="pres">
      <dgm:prSet presAssocID="{B318A3AD-03B5-4E07-86AC-C62FD9916625}" presName="Name37" presStyleLbl="parChTrans1D3" presStyleIdx="4" presStyleCnt="6"/>
      <dgm:spPr/>
    </dgm:pt>
    <dgm:pt modelId="{F15C663E-556E-402C-B2C9-5A35F55E02E7}" type="pres">
      <dgm:prSet presAssocID="{668E6366-1999-4FCE-98A9-6280AFB1FB69}" presName="hierRoot2" presStyleCnt="0">
        <dgm:presLayoutVars>
          <dgm:hierBranch val="init"/>
        </dgm:presLayoutVars>
      </dgm:prSet>
      <dgm:spPr/>
    </dgm:pt>
    <dgm:pt modelId="{7BFC6380-B22B-4729-BF5D-1BA71D4608CA}" type="pres">
      <dgm:prSet presAssocID="{668E6366-1999-4FCE-98A9-6280AFB1FB69}" presName="rootComposite" presStyleCnt="0"/>
      <dgm:spPr/>
    </dgm:pt>
    <dgm:pt modelId="{CA9F2444-962F-40AC-98FA-BEBE8F0995AF}" type="pres">
      <dgm:prSet presAssocID="{668E6366-1999-4FCE-98A9-6280AFB1FB69}" presName="rootText" presStyleLbl="node3" presStyleIdx="4" presStyleCnt="6">
        <dgm:presLayoutVars>
          <dgm:chPref val="3"/>
        </dgm:presLayoutVars>
      </dgm:prSet>
      <dgm:spPr/>
    </dgm:pt>
    <dgm:pt modelId="{2FBA56ED-9250-432D-8CAB-1D1A350FD829}" type="pres">
      <dgm:prSet presAssocID="{668E6366-1999-4FCE-98A9-6280AFB1FB69}" presName="rootConnector" presStyleLbl="node3" presStyleIdx="4" presStyleCnt="6"/>
      <dgm:spPr/>
    </dgm:pt>
    <dgm:pt modelId="{9AE268FB-3BC5-468A-BDCE-ACA3F86D870C}" type="pres">
      <dgm:prSet presAssocID="{668E6366-1999-4FCE-98A9-6280AFB1FB69}" presName="hierChild4" presStyleCnt="0"/>
      <dgm:spPr/>
    </dgm:pt>
    <dgm:pt modelId="{21C1B410-4AC4-42CD-BE95-0C15275AE047}" type="pres">
      <dgm:prSet presAssocID="{CB504B6E-5256-4558-8C2F-3D7A99519A54}" presName="Name37" presStyleLbl="parChTrans1D4" presStyleIdx="15" presStyleCnt="23"/>
      <dgm:spPr/>
    </dgm:pt>
    <dgm:pt modelId="{21D17F5E-0931-4412-93A3-8210CA0E452A}" type="pres">
      <dgm:prSet presAssocID="{7321F13E-C9CB-427A-85C8-09B710A8B9BB}" presName="hierRoot2" presStyleCnt="0">
        <dgm:presLayoutVars>
          <dgm:hierBranch val="init"/>
        </dgm:presLayoutVars>
      </dgm:prSet>
      <dgm:spPr/>
    </dgm:pt>
    <dgm:pt modelId="{47CCE7F4-4E7D-4B87-9D8B-94246D998376}" type="pres">
      <dgm:prSet presAssocID="{7321F13E-C9CB-427A-85C8-09B710A8B9BB}" presName="rootComposite" presStyleCnt="0"/>
      <dgm:spPr/>
    </dgm:pt>
    <dgm:pt modelId="{15408AD9-59B5-45B4-A38E-4B5DD02591DB}" type="pres">
      <dgm:prSet presAssocID="{7321F13E-C9CB-427A-85C8-09B710A8B9BB}" presName="rootText" presStyleLbl="node4" presStyleIdx="15" presStyleCnt="23">
        <dgm:presLayoutVars>
          <dgm:chPref val="3"/>
        </dgm:presLayoutVars>
      </dgm:prSet>
      <dgm:spPr/>
    </dgm:pt>
    <dgm:pt modelId="{5D8A09DF-7264-409F-B6E9-C69BA4D2049E}" type="pres">
      <dgm:prSet presAssocID="{7321F13E-C9CB-427A-85C8-09B710A8B9BB}" presName="rootConnector" presStyleLbl="node4" presStyleIdx="15" presStyleCnt="23"/>
      <dgm:spPr/>
    </dgm:pt>
    <dgm:pt modelId="{8B206B6C-E761-4AC9-9B41-C3923888937B}" type="pres">
      <dgm:prSet presAssocID="{7321F13E-C9CB-427A-85C8-09B710A8B9BB}" presName="hierChild4" presStyleCnt="0"/>
      <dgm:spPr/>
    </dgm:pt>
    <dgm:pt modelId="{DB80AAE1-F73B-4E70-ACFE-C4E37ABAA0F7}" type="pres">
      <dgm:prSet presAssocID="{7321F13E-C9CB-427A-85C8-09B710A8B9BB}" presName="hierChild5" presStyleCnt="0"/>
      <dgm:spPr/>
    </dgm:pt>
    <dgm:pt modelId="{FC8CD96F-BC4F-4207-85F0-5480439E9742}" type="pres">
      <dgm:prSet presAssocID="{614D8A65-66F8-4FA9-9408-DB50027EED41}" presName="Name37" presStyleLbl="parChTrans1D4" presStyleIdx="16" presStyleCnt="23"/>
      <dgm:spPr/>
    </dgm:pt>
    <dgm:pt modelId="{1285FC4E-B30E-4DD4-BAC3-9448317E09BA}" type="pres">
      <dgm:prSet presAssocID="{B976B183-C1F4-4CBF-8C34-760043032C45}" presName="hierRoot2" presStyleCnt="0">
        <dgm:presLayoutVars>
          <dgm:hierBranch val="init"/>
        </dgm:presLayoutVars>
      </dgm:prSet>
      <dgm:spPr/>
    </dgm:pt>
    <dgm:pt modelId="{9207612B-D9BC-4B19-9216-5CB3E68A148F}" type="pres">
      <dgm:prSet presAssocID="{B976B183-C1F4-4CBF-8C34-760043032C45}" presName="rootComposite" presStyleCnt="0"/>
      <dgm:spPr/>
    </dgm:pt>
    <dgm:pt modelId="{F92CE8A7-A453-4780-947A-0E291FD212E8}" type="pres">
      <dgm:prSet presAssocID="{B976B183-C1F4-4CBF-8C34-760043032C45}" presName="rootText" presStyleLbl="node4" presStyleIdx="16" presStyleCnt="23">
        <dgm:presLayoutVars>
          <dgm:chPref val="3"/>
        </dgm:presLayoutVars>
      </dgm:prSet>
      <dgm:spPr/>
    </dgm:pt>
    <dgm:pt modelId="{5992E5C7-C487-4CD9-BC62-FAA9ACF6C681}" type="pres">
      <dgm:prSet presAssocID="{B976B183-C1F4-4CBF-8C34-760043032C45}" presName="rootConnector" presStyleLbl="node4" presStyleIdx="16" presStyleCnt="23"/>
      <dgm:spPr/>
    </dgm:pt>
    <dgm:pt modelId="{0FC1DE4F-B847-45EA-846E-E6F1493EF112}" type="pres">
      <dgm:prSet presAssocID="{B976B183-C1F4-4CBF-8C34-760043032C45}" presName="hierChild4" presStyleCnt="0"/>
      <dgm:spPr/>
    </dgm:pt>
    <dgm:pt modelId="{411B0CCF-0771-4607-AE2A-986A9452970C}" type="pres">
      <dgm:prSet presAssocID="{B976B183-C1F4-4CBF-8C34-760043032C45}" presName="hierChild5" presStyleCnt="0"/>
      <dgm:spPr/>
    </dgm:pt>
    <dgm:pt modelId="{05C4C844-BE07-41C0-8C4B-4CD2ABC9A0ED}" type="pres">
      <dgm:prSet presAssocID="{BC7F1E08-4DC5-4759-932D-27899203E91A}" presName="Name37" presStyleLbl="parChTrans1D4" presStyleIdx="17" presStyleCnt="23"/>
      <dgm:spPr/>
    </dgm:pt>
    <dgm:pt modelId="{692D0E0D-C391-4200-A5E1-37915802E48A}" type="pres">
      <dgm:prSet presAssocID="{80F59B67-644A-48CB-8502-F12BD9E46BDC}" presName="hierRoot2" presStyleCnt="0">
        <dgm:presLayoutVars>
          <dgm:hierBranch val="init"/>
        </dgm:presLayoutVars>
      </dgm:prSet>
      <dgm:spPr/>
    </dgm:pt>
    <dgm:pt modelId="{93E5BB4C-8527-40D3-BCEF-C58E7B5C8B1F}" type="pres">
      <dgm:prSet presAssocID="{80F59B67-644A-48CB-8502-F12BD9E46BDC}" presName="rootComposite" presStyleCnt="0"/>
      <dgm:spPr/>
    </dgm:pt>
    <dgm:pt modelId="{65355A6A-1DB1-460A-8736-78A3BC6C9905}" type="pres">
      <dgm:prSet presAssocID="{80F59B67-644A-48CB-8502-F12BD9E46BDC}" presName="rootText" presStyleLbl="node4" presStyleIdx="17" presStyleCnt="23">
        <dgm:presLayoutVars>
          <dgm:chPref val="3"/>
        </dgm:presLayoutVars>
      </dgm:prSet>
      <dgm:spPr/>
    </dgm:pt>
    <dgm:pt modelId="{93B472B0-B6B3-44DE-9A16-CC7468E800FD}" type="pres">
      <dgm:prSet presAssocID="{80F59B67-644A-48CB-8502-F12BD9E46BDC}" presName="rootConnector" presStyleLbl="node4" presStyleIdx="17" presStyleCnt="23"/>
      <dgm:spPr/>
    </dgm:pt>
    <dgm:pt modelId="{04B15944-BB60-495A-998B-2C53BD3D90B2}" type="pres">
      <dgm:prSet presAssocID="{80F59B67-644A-48CB-8502-F12BD9E46BDC}" presName="hierChild4" presStyleCnt="0"/>
      <dgm:spPr/>
    </dgm:pt>
    <dgm:pt modelId="{52ACC188-FEE3-4300-8AB1-9AB486FF4F4D}" type="pres">
      <dgm:prSet presAssocID="{80F59B67-644A-48CB-8502-F12BD9E46BDC}" presName="hierChild5" presStyleCnt="0"/>
      <dgm:spPr/>
    </dgm:pt>
    <dgm:pt modelId="{378F479B-BC46-4C96-9296-55583058868D}" type="pres">
      <dgm:prSet presAssocID="{668E6366-1999-4FCE-98A9-6280AFB1FB69}" presName="hierChild5" presStyleCnt="0"/>
      <dgm:spPr/>
    </dgm:pt>
    <dgm:pt modelId="{624D83F0-FC14-40DF-A6B7-AF858AC4099B}" type="pres">
      <dgm:prSet presAssocID="{9E5E769C-52BE-4718-B55F-D32EB3A194F8}" presName="Name37" presStyleLbl="parChTrans1D3" presStyleIdx="5" presStyleCnt="6"/>
      <dgm:spPr/>
    </dgm:pt>
    <dgm:pt modelId="{447821F0-9121-42CD-A092-2D42AFC5A1CA}" type="pres">
      <dgm:prSet presAssocID="{A83C1D10-146F-45EF-9E56-9B8DF8E77FD4}" presName="hierRoot2" presStyleCnt="0">
        <dgm:presLayoutVars>
          <dgm:hierBranch val="init"/>
        </dgm:presLayoutVars>
      </dgm:prSet>
      <dgm:spPr/>
    </dgm:pt>
    <dgm:pt modelId="{B99BB8B0-4003-416E-803E-E0D08DF68D6D}" type="pres">
      <dgm:prSet presAssocID="{A83C1D10-146F-45EF-9E56-9B8DF8E77FD4}" presName="rootComposite" presStyleCnt="0"/>
      <dgm:spPr/>
    </dgm:pt>
    <dgm:pt modelId="{F9420853-D282-430A-B71A-6566691C73D3}" type="pres">
      <dgm:prSet presAssocID="{A83C1D10-146F-45EF-9E56-9B8DF8E77FD4}" presName="rootText" presStyleLbl="node3" presStyleIdx="5" presStyleCnt="6">
        <dgm:presLayoutVars>
          <dgm:chPref val="3"/>
        </dgm:presLayoutVars>
      </dgm:prSet>
      <dgm:spPr/>
    </dgm:pt>
    <dgm:pt modelId="{76326254-0197-4A7D-805C-040902C1BFF6}" type="pres">
      <dgm:prSet presAssocID="{A83C1D10-146F-45EF-9E56-9B8DF8E77FD4}" presName="rootConnector" presStyleLbl="node3" presStyleIdx="5" presStyleCnt="6"/>
      <dgm:spPr/>
    </dgm:pt>
    <dgm:pt modelId="{622595CA-43F6-4576-8EB9-E919656531EA}" type="pres">
      <dgm:prSet presAssocID="{A83C1D10-146F-45EF-9E56-9B8DF8E77FD4}" presName="hierChild4" presStyleCnt="0"/>
      <dgm:spPr/>
    </dgm:pt>
    <dgm:pt modelId="{91AB1037-9BE5-46E3-A34F-5C5B869DCCE0}" type="pres">
      <dgm:prSet presAssocID="{C8F93DCF-2D08-46C9-BC6E-64D0E46B9DB4}" presName="Name37" presStyleLbl="parChTrans1D4" presStyleIdx="18" presStyleCnt="23"/>
      <dgm:spPr/>
    </dgm:pt>
    <dgm:pt modelId="{21DBCB54-1FCA-4A63-A3CB-1B1E55DB1FC8}" type="pres">
      <dgm:prSet presAssocID="{E36420FC-7EBD-4012-B5C1-00A476770930}" presName="hierRoot2" presStyleCnt="0">
        <dgm:presLayoutVars>
          <dgm:hierBranch val="init"/>
        </dgm:presLayoutVars>
      </dgm:prSet>
      <dgm:spPr/>
    </dgm:pt>
    <dgm:pt modelId="{B29D8AC1-9506-40C9-97FC-543F556F1612}" type="pres">
      <dgm:prSet presAssocID="{E36420FC-7EBD-4012-B5C1-00A476770930}" presName="rootComposite" presStyleCnt="0"/>
      <dgm:spPr/>
    </dgm:pt>
    <dgm:pt modelId="{38DAD60F-5D2D-4E62-83EE-315E4A3496EC}" type="pres">
      <dgm:prSet presAssocID="{E36420FC-7EBD-4012-B5C1-00A476770930}" presName="rootText" presStyleLbl="node4" presStyleIdx="18" presStyleCnt="23">
        <dgm:presLayoutVars>
          <dgm:chPref val="3"/>
        </dgm:presLayoutVars>
      </dgm:prSet>
      <dgm:spPr/>
    </dgm:pt>
    <dgm:pt modelId="{ABF7EEFC-C829-4696-AD10-933B4DF3A154}" type="pres">
      <dgm:prSet presAssocID="{E36420FC-7EBD-4012-B5C1-00A476770930}" presName="rootConnector" presStyleLbl="node4" presStyleIdx="18" presStyleCnt="23"/>
      <dgm:spPr/>
    </dgm:pt>
    <dgm:pt modelId="{F932709E-60E4-4EF0-A03E-42F90F69B556}" type="pres">
      <dgm:prSet presAssocID="{E36420FC-7EBD-4012-B5C1-00A476770930}" presName="hierChild4" presStyleCnt="0"/>
      <dgm:spPr/>
    </dgm:pt>
    <dgm:pt modelId="{28CEB4EF-171F-4F9A-8F4B-E410015DC928}" type="pres">
      <dgm:prSet presAssocID="{5F77FF22-20B0-424A-93AD-403B2D88A959}" presName="Name37" presStyleLbl="parChTrans1D4" presStyleIdx="19" presStyleCnt="23"/>
      <dgm:spPr/>
    </dgm:pt>
    <dgm:pt modelId="{52966F6F-2FF0-40AE-8E4B-74EF94F6DE83}" type="pres">
      <dgm:prSet presAssocID="{8582C899-B79C-4E27-9BD7-A2EB7B1E47CF}" presName="hierRoot2" presStyleCnt="0">
        <dgm:presLayoutVars>
          <dgm:hierBranch val="init"/>
        </dgm:presLayoutVars>
      </dgm:prSet>
      <dgm:spPr/>
    </dgm:pt>
    <dgm:pt modelId="{ED61F1F8-E81E-47DB-9400-19F31322B0A4}" type="pres">
      <dgm:prSet presAssocID="{8582C899-B79C-4E27-9BD7-A2EB7B1E47CF}" presName="rootComposite" presStyleCnt="0"/>
      <dgm:spPr/>
    </dgm:pt>
    <dgm:pt modelId="{D18E1826-F515-46A8-917E-E9E8699BFA05}" type="pres">
      <dgm:prSet presAssocID="{8582C899-B79C-4E27-9BD7-A2EB7B1E47CF}" presName="rootText" presStyleLbl="node4" presStyleIdx="19" presStyleCnt="23">
        <dgm:presLayoutVars>
          <dgm:chPref val="3"/>
        </dgm:presLayoutVars>
      </dgm:prSet>
      <dgm:spPr/>
    </dgm:pt>
    <dgm:pt modelId="{776EA10F-EA94-4C3D-9515-C51E905E4212}" type="pres">
      <dgm:prSet presAssocID="{8582C899-B79C-4E27-9BD7-A2EB7B1E47CF}" presName="rootConnector" presStyleLbl="node4" presStyleIdx="19" presStyleCnt="23"/>
      <dgm:spPr/>
    </dgm:pt>
    <dgm:pt modelId="{2AC9BB4E-F8AA-4AA7-B682-DC655F59B727}" type="pres">
      <dgm:prSet presAssocID="{8582C899-B79C-4E27-9BD7-A2EB7B1E47CF}" presName="hierChild4" presStyleCnt="0"/>
      <dgm:spPr/>
    </dgm:pt>
    <dgm:pt modelId="{6C957A07-345F-4DB0-AE41-1C55043D6FBF}" type="pres">
      <dgm:prSet presAssocID="{8582C899-B79C-4E27-9BD7-A2EB7B1E47CF}" presName="hierChild5" presStyleCnt="0"/>
      <dgm:spPr/>
    </dgm:pt>
    <dgm:pt modelId="{756E6705-9917-449A-A998-FEE9C23B6BF4}" type="pres">
      <dgm:prSet presAssocID="{7A8BBFC7-786B-40D0-A43F-7FA3BF40277C}" presName="Name37" presStyleLbl="parChTrans1D4" presStyleIdx="20" presStyleCnt="23"/>
      <dgm:spPr/>
    </dgm:pt>
    <dgm:pt modelId="{4C1646C0-B30A-431E-8E76-816B2137023F}" type="pres">
      <dgm:prSet presAssocID="{570A6E6F-966B-4D2B-8316-0EB7B2FC654B}" presName="hierRoot2" presStyleCnt="0">
        <dgm:presLayoutVars>
          <dgm:hierBranch val="init"/>
        </dgm:presLayoutVars>
      </dgm:prSet>
      <dgm:spPr/>
    </dgm:pt>
    <dgm:pt modelId="{9466B0DC-DD74-4A66-941B-9F7F3EE4B65E}" type="pres">
      <dgm:prSet presAssocID="{570A6E6F-966B-4D2B-8316-0EB7B2FC654B}" presName="rootComposite" presStyleCnt="0"/>
      <dgm:spPr/>
    </dgm:pt>
    <dgm:pt modelId="{D8CCBBBA-8A1B-43DE-B25D-8EC7AEB77D9E}" type="pres">
      <dgm:prSet presAssocID="{570A6E6F-966B-4D2B-8316-0EB7B2FC654B}" presName="rootText" presStyleLbl="node4" presStyleIdx="20" presStyleCnt="23">
        <dgm:presLayoutVars>
          <dgm:chPref val="3"/>
        </dgm:presLayoutVars>
      </dgm:prSet>
      <dgm:spPr/>
    </dgm:pt>
    <dgm:pt modelId="{A3B0F315-6C2B-4B46-8BE7-F8A44619ED8F}" type="pres">
      <dgm:prSet presAssocID="{570A6E6F-966B-4D2B-8316-0EB7B2FC654B}" presName="rootConnector" presStyleLbl="node4" presStyleIdx="20" presStyleCnt="23"/>
      <dgm:spPr/>
    </dgm:pt>
    <dgm:pt modelId="{58EF9965-8F3B-4B97-9F83-0371F566C95D}" type="pres">
      <dgm:prSet presAssocID="{570A6E6F-966B-4D2B-8316-0EB7B2FC654B}" presName="hierChild4" presStyleCnt="0"/>
      <dgm:spPr/>
    </dgm:pt>
    <dgm:pt modelId="{38043874-DBF4-4494-A844-2EDD12E307C6}" type="pres">
      <dgm:prSet presAssocID="{570A6E6F-966B-4D2B-8316-0EB7B2FC654B}" presName="hierChild5" presStyleCnt="0"/>
      <dgm:spPr/>
    </dgm:pt>
    <dgm:pt modelId="{6A34316E-2C8D-4A24-B64A-BB659D9E9E11}" type="pres">
      <dgm:prSet presAssocID="{FEAD6FA7-FA63-4518-85DE-BB75DC45CF2A}" presName="Name37" presStyleLbl="parChTrans1D4" presStyleIdx="21" presStyleCnt="23"/>
      <dgm:spPr/>
    </dgm:pt>
    <dgm:pt modelId="{4BB9A131-FB67-412D-BB18-319643FD9FB2}" type="pres">
      <dgm:prSet presAssocID="{1F163689-ABFC-4B40-B348-0D9D9FEB84F0}" presName="hierRoot2" presStyleCnt="0">
        <dgm:presLayoutVars>
          <dgm:hierBranch val="init"/>
        </dgm:presLayoutVars>
      </dgm:prSet>
      <dgm:spPr/>
    </dgm:pt>
    <dgm:pt modelId="{6B3E8DF0-B196-4871-A4ED-12EE34FB1AEE}" type="pres">
      <dgm:prSet presAssocID="{1F163689-ABFC-4B40-B348-0D9D9FEB84F0}" presName="rootComposite" presStyleCnt="0"/>
      <dgm:spPr/>
    </dgm:pt>
    <dgm:pt modelId="{E8C0EC6D-5578-400A-A0E7-7C3D9AB76AA8}" type="pres">
      <dgm:prSet presAssocID="{1F163689-ABFC-4B40-B348-0D9D9FEB84F0}" presName="rootText" presStyleLbl="node4" presStyleIdx="21" presStyleCnt="23">
        <dgm:presLayoutVars>
          <dgm:chPref val="3"/>
        </dgm:presLayoutVars>
      </dgm:prSet>
      <dgm:spPr/>
    </dgm:pt>
    <dgm:pt modelId="{96062E6D-0E34-4715-A89B-8A1BA56FBA80}" type="pres">
      <dgm:prSet presAssocID="{1F163689-ABFC-4B40-B348-0D9D9FEB84F0}" presName="rootConnector" presStyleLbl="node4" presStyleIdx="21" presStyleCnt="23"/>
      <dgm:spPr/>
    </dgm:pt>
    <dgm:pt modelId="{A7DDD2E4-3AD8-4329-AB45-A66710A2E460}" type="pres">
      <dgm:prSet presAssocID="{1F163689-ABFC-4B40-B348-0D9D9FEB84F0}" presName="hierChild4" presStyleCnt="0"/>
      <dgm:spPr/>
    </dgm:pt>
    <dgm:pt modelId="{F3935581-881D-4457-A84E-FCF8A251F3EC}" type="pres">
      <dgm:prSet presAssocID="{1F163689-ABFC-4B40-B348-0D9D9FEB84F0}" presName="hierChild5" presStyleCnt="0"/>
      <dgm:spPr/>
    </dgm:pt>
    <dgm:pt modelId="{F62A8926-BA21-43A8-BD72-587900DF80A7}" type="pres">
      <dgm:prSet presAssocID="{D30E8047-A76C-4EC5-9425-479AB107FFB8}" presName="Name37" presStyleLbl="parChTrans1D4" presStyleIdx="22" presStyleCnt="23"/>
      <dgm:spPr/>
    </dgm:pt>
    <dgm:pt modelId="{D8760564-8FB3-48C8-9883-1F90C2B63A76}" type="pres">
      <dgm:prSet presAssocID="{217120CA-0891-4ADC-A6FF-F778C4210822}" presName="hierRoot2" presStyleCnt="0">
        <dgm:presLayoutVars>
          <dgm:hierBranch val="init"/>
        </dgm:presLayoutVars>
      </dgm:prSet>
      <dgm:spPr/>
    </dgm:pt>
    <dgm:pt modelId="{6480214F-43AE-4DCF-B9F5-2CA93D63424B}" type="pres">
      <dgm:prSet presAssocID="{217120CA-0891-4ADC-A6FF-F778C4210822}" presName="rootComposite" presStyleCnt="0"/>
      <dgm:spPr/>
    </dgm:pt>
    <dgm:pt modelId="{53030234-61BE-4DA7-A39D-BF358F72E952}" type="pres">
      <dgm:prSet presAssocID="{217120CA-0891-4ADC-A6FF-F778C4210822}" presName="rootText" presStyleLbl="node4" presStyleIdx="22" presStyleCnt="23">
        <dgm:presLayoutVars>
          <dgm:chPref val="3"/>
        </dgm:presLayoutVars>
      </dgm:prSet>
      <dgm:spPr/>
    </dgm:pt>
    <dgm:pt modelId="{C901817B-5CD1-4A51-8E08-E982FDB97B3B}" type="pres">
      <dgm:prSet presAssocID="{217120CA-0891-4ADC-A6FF-F778C4210822}" presName="rootConnector" presStyleLbl="node4" presStyleIdx="22" presStyleCnt="23"/>
      <dgm:spPr/>
    </dgm:pt>
    <dgm:pt modelId="{4D4C700E-2303-4222-A3E0-866806211A6D}" type="pres">
      <dgm:prSet presAssocID="{217120CA-0891-4ADC-A6FF-F778C4210822}" presName="hierChild4" presStyleCnt="0"/>
      <dgm:spPr/>
    </dgm:pt>
    <dgm:pt modelId="{CA9024AF-6088-4677-B492-B11A8CD8B503}" type="pres">
      <dgm:prSet presAssocID="{217120CA-0891-4ADC-A6FF-F778C4210822}" presName="hierChild5" presStyleCnt="0"/>
      <dgm:spPr/>
    </dgm:pt>
    <dgm:pt modelId="{B3F14395-7696-4D16-B0C9-122E0BD29598}" type="pres">
      <dgm:prSet presAssocID="{E36420FC-7EBD-4012-B5C1-00A476770930}" presName="hierChild5" presStyleCnt="0"/>
      <dgm:spPr/>
    </dgm:pt>
    <dgm:pt modelId="{951F3539-779B-404C-B0C0-8A741E83C635}" type="pres">
      <dgm:prSet presAssocID="{A83C1D10-146F-45EF-9E56-9B8DF8E77FD4}" presName="hierChild5" presStyleCnt="0"/>
      <dgm:spPr/>
    </dgm:pt>
    <dgm:pt modelId="{38EB7E22-AC69-428F-BB18-9CECD1D8B678}" type="pres">
      <dgm:prSet presAssocID="{71B670D5-BB7C-4301-94C0-465FB3D2BFA7}" presName="hierChild5" presStyleCnt="0"/>
      <dgm:spPr/>
    </dgm:pt>
    <dgm:pt modelId="{90674476-1913-429A-9614-38D51F8C1E3E}" type="pres">
      <dgm:prSet presAssocID="{ED8FCE72-ABDE-4D57-ACB0-BF9F386D26F3}" presName="hierChild3" presStyleCnt="0"/>
      <dgm:spPr/>
    </dgm:pt>
  </dgm:ptLst>
  <dgm:cxnLst>
    <dgm:cxn modelId="{74456700-AF76-4B2F-9FDB-5CFD22D80A77}" type="presOf" srcId="{1E518952-FE7C-401F-AEBA-9A73EC03413D}" destId="{09A2A755-B2EA-4402-AB90-038E04A3F82F}" srcOrd="1" destOrd="0" presId="urn:microsoft.com/office/officeart/2005/8/layout/orgChart1"/>
    <dgm:cxn modelId="{444E8501-467E-47A5-BDBC-0D353758256A}" srcId="{71B670D5-BB7C-4301-94C0-465FB3D2BFA7}" destId="{668E6366-1999-4FCE-98A9-6280AFB1FB69}" srcOrd="2" destOrd="0" parTransId="{B318A3AD-03B5-4E07-86AC-C62FD9916625}" sibTransId="{745AC49B-332A-4AD5-8CB5-58BC118682AD}"/>
    <dgm:cxn modelId="{8D922502-6903-431F-9281-C454D7678484}" type="presOf" srcId="{FD469AE3-1F92-482D-AED3-96344268E0B7}" destId="{1EA8FA67-B6B9-4B7F-9A6D-6F60F797E704}" srcOrd="1" destOrd="0" presId="urn:microsoft.com/office/officeart/2005/8/layout/orgChart1"/>
    <dgm:cxn modelId="{B942E904-5690-4BDF-A872-656D5F7EEC41}" srcId="{ED8FCE72-ABDE-4D57-ACB0-BF9F386D26F3}" destId="{71B670D5-BB7C-4301-94C0-465FB3D2BFA7}" srcOrd="1" destOrd="0" parTransId="{ACD1DA57-A898-4AA3-A024-34B887B4EA6B}" sibTransId="{18C4B1DD-4DD4-45FA-97EE-760BABD02E48}"/>
    <dgm:cxn modelId="{7067820A-1C7D-4CD9-9FD8-CEC1A04CF85C}" type="presOf" srcId="{ED8FCE72-ABDE-4D57-ACB0-BF9F386D26F3}" destId="{D208BCD9-A901-4EE5-B059-4FABBA60C046}" srcOrd="0" destOrd="0" presId="urn:microsoft.com/office/officeart/2005/8/layout/orgChart1"/>
    <dgm:cxn modelId="{AA2EA00B-7807-47AB-BE86-EAC32BEA2593}" type="presOf" srcId="{0F87386D-1276-4E20-9963-4D7EB4ED4999}" destId="{759EC99A-C901-4CA1-9D4F-245A8848011C}" srcOrd="0" destOrd="0" presId="urn:microsoft.com/office/officeart/2005/8/layout/orgChart1"/>
    <dgm:cxn modelId="{D1D77F12-2456-4083-9E82-667BEF2A75EB}" srcId="{E94982BF-1A85-4F8F-8883-73D0C1615006}" destId="{26D44CC9-446E-449E-9A93-27B9BCAA37BA}" srcOrd="0" destOrd="0" parTransId="{5E5FF0E8-28BD-4632-AE4D-99D7018AE3C0}" sibTransId="{846BB61D-EE9F-44C4-81D3-A1ABB5471025}"/>
    <dgm:cxn modelId="{BF1A6115-5E03-491D-8F52-EF8263C86F06}" srcId="{668E6366-1999-4FCE-98A9-6280AFB1FB69}" destId="{80F59B67-644A-48CB-8502-F12BD9E46BDC}" srcOrd="2" destOrd="0" parTransId="{BC7F1E08-4DC5-4759-932D-27899203E91A}" sibTransId="{38D6A4EC-1D44-4289-B252-FB12006740A8}"/>
    <dgm:cxn modelId="{7215CD15-4951-4B04-B5A5-33ADE260A1DC}" type="presOf" srcId="{217120CA-0891-4ADC-A6FF-F778C4210822}" destId="{53030234-61BE-4DA7-A39D-BF358F72E952}" srcOrd="0" destOrd="0" presId="urn:microsoft.com/office/officeart/2005/8/layout/orgChart1"/>
    <dgm:cxn modelId="{01E31C1D-F143-4B8C-AC0E-94E93F72BDEC}" srcId="{FD469AE3-1F92-482D-AED3-96344268E0B7}" destId="{B469C575-A66F-42E1-9A82-C189B76099D2}" srcOrd="2" destOrd="0" parTransId="{0F808AC6-7F98-40C9-91EF-087A704B63AB}" sibTransId="{14F530EB-C186-4D1B-AEBF-940B3BB0C697}"/>
    <dgm:cxn modelId="{AD99E01D-E093-4F8F-9278-47BEAF632850}" type="presOf" srcId="{BF095F42-3EE5-4240-8DE2-300A8E8BFBC0}" destId="{822AF33C-2D1F-4D21-8886-31211D07BFDE}" srcOrd="0" destOrd="0" presId="urn:microsoft.com/office/officeart/2005/8/layout/orgChart1"/>
    <dgm:cxn modelId="{D37C091E-7DBE-4A1E-8915-1E969146FA68}" srcId="{C7C41C81-E879-4F71-A778-A7110DD27D84}" destId="{D105F0B5-BAA6-4732-90A3-E91BF6BFF9DB}" srcOrd="1" destOrd="0" parTransId="{697EF755-FAD8-436B-8F8A-B23183B2ED51}" sibTransId="{357C8762-4886-4200-85E4-74EB8FDB6D93}"/>
    <dgm:cxn modelId="{7E04BC20-028E-441A-8B8E-06C7280204FE}" srcId="{E94982BF-1A85-4F8F-8883-73D0C1615006}" destId="{5FFCD430-5B27-4B7B-8CCB-98D1C1587B74}" srcOrd="2" destOrd="0" parTransId="{92E2B792-1A0B-4A3C-9569-C06F9DFDF3A5}" sibTransId="{FC35F48B-FAA2-4F2B-A2A1-27B291553041}"/>
    <dgm:cxn modelId="{D4201722-D05D-4BCA-9F89-F0008525A659}" srcId="{C7C41C81-E879-4F71-A778-A7110DD27D84}" destId="{1E518952-FE7C-401F-AEBA-9A73EC03413D}" srcOrd="4" destOrd="0" parTransId="{EBDECD75-397B-4CD7-A33E-B6C6F9785C55}" sibTransId="{7E985A9D-FD3C-4694-8386-BF7B9BE1FF5B}"/>
    <dgm:cxn modelId="{4F15BC22-6A88-4A6B-B239-818975E796B7}" type="presOf" srcId="{5FFCD430-5B27-4B7B-8CCB-98D1C1587B74}" destId="{B898E4CD-539B-42FA-9835-B690414F5E27}" srcOrd="0" destOrd="0" presId="urn:microsoft.com/office/officeart/2005/8/layout/orgChart1"/>
    <dgm:cxn modelId="{C8F41428-18F1-4F65-8BE3-4874896BDB7E}" type="presOf" srcId="{1E518952-FE7C-401F-AEBA-9A73EC03413D}" destId="{82E8B599-D671-4030-85F9-27BD54D9E4E2}" srcOrd="0" destOrd="0" presId="urn:microsoft.com/office/officeart/2005/8/layout/orgChart1"/>
    <dgm:cxn modelId="{9A15B72F-09C8-47C2-B9BC-8BAE2B9FF2C3}" type="presOf" srcId="{06798773-ADB3-4D73-8182-2A326DADA6A7}" destId="{E2541DC1-11A7-44E3-8BC2-97B6E53AC366}" srcOrd="0" destOrd="0" presId="urn:microsoft.com/office/officeart/2005/8/layout/orgChart1"/>
    <dgm:cxn modelId="{4B46EF2F-EA10-47B3-A3A3-6FC0A165A04B}" type="presOf" srcId="{5957C3CF-DD8A-49F5-8BF7-B289B51426DF}" destId="{56BAE8E3-9E1B-4974-B54F-19C7A74FA748}" srcOrd="0" destOrd="0" presId="urn:microsoft.com/office/officeart/2005/8/layout/orgChart1"/>
    <dgm:cxn modelId="{66A16D32-8DF4-4A88-88B7-2CC8F54A10C6}" type="presOf" srcId="{5F77FF22-20B0-424A-93AD-403B2D88A959}" destId="{28CEB4EF-171F-4F9A-8F4B-E410015DC928}" srcOrd="0" destOrd="0" presId="urn:microsoft.com/office/officeart/2005/8/layout/orgChart1"/>
    <dgm:cxn modelId="{DF4CA232-4A99-4DA2-9225-51E5642080E6}" type="presOf" srcId="{FEAD6FA7-FA63-4518-85DE-BB75DC45CF2A}" destId="{6A34316E-2C8D-4A24-B64A-BB659D9E9E11}" srcOrd="0" destOrd="0" presId="urn:microsoft.com/office/officeart/2005/8/layout/orgChart1"/>
    <dgm:cxn modelId="{E78FC132-5326-4CD9-8AC8-6D755F4F3AE5}" type="presOf" srcId="{E94982BF-1A85-4F8F-8883-73D0C1615006}" destId="{D07149D2-0CC8-4E12-88EB-4783295CDE9D}" srcOrd="0" destOrd="0" presId="urn:microsoft.com/office/officeart/2005/8/layout/orgChart1"/>
    <dgm:cxn modelId="{6E4ECB37-5FEB-4F8B-9C47-6728AC0FB6DA}" srcId="{71B670D5-BB7C-4301-94C0-465FB3D2BFA7}" destId="{C7C41C81-E879-4F71-A778-A7110DD27D84}" srcOrd="1" destOrd="0" parTransId="{30E81892-DF99-493E-9546-E62FF2ECC15D}" sibTransId="{31ADA45D-933C-4EF8-A4CD-AC2401EF76FE}"/>
    <dgm:cxn modelId="{9E09053A-A323-4FC3-A806-D05F38CC2C92}" srcId="{A83C1D10-146F-45EF-9E56-9B8DF8E77FD4}" destId="{E36420FC-7EBD-4012-B5C1-00A476770930}" srcOrd="0" destOrd="0" parTransId="{C8F93DCF-2D08-46C9-BC6E-64D0E46B9DB4}" sibTransId="{973572A9-75BA-49FF-B95D-C1B4C56F58CC}"/>
    <dgm:cxn modelId="{D4797D3A-E09B-4239-A116-1AF40C5FBF42}" srcId="{C7C41C81-E879-4F71-A778-A7110DD27D84}" destId="{06798773-ADB3-4D73-8182-2A326DADA6A7}" srcOrd="2" destOrd="0" parTransId="{2456A0C1-A304-4B11-A0FA-402CBEB2997A}" sibTransId="{DEE6BD31-4103-4DB8-A6AC-0C062F25B478}"/>
    <dgm:cxn modelId="{2B5BFF3A-0723-48A8-ACB1-02F148D1E6DA}" type="presOf" srcId="{95ECD42B-8AE6-49BF-9490-7F2DC461BC31}" destId="{703268B4-F808-47A6-8668-80111BDF4E73}" srcOrd="0" destOrd="0" presId="urn:microsoft.com/office/officeart/2005/8/layout/orgChart1"/>
    <dgm:cxn modelId="{BC2CFD3C-3EB5-4356-B5BE-EA8D36C51053}" srcId="{668E6366-1999-4FCE-98A9-6280AFB1FB69}" destId="{7321F13E-C9CB-427A-85C8-09B710A8B9BB}" srcOrd="0" destOrd="0" parTransId="{CB504B6E-5256-4558-8C2F-3D7A99519A54}" sibTransId="{B34D08D6-2075-415A-857C-C8AC0A8E700E}"/>
    <dgm:cxn modelId="{6A2C313F-57FE-44EF-AF39-56DAC5D75CCA}" type="presOf" srcId="{B932E9BC-8631-46B2-ADA4-72849C139097}" destId="{50377EB7-3FCC-4813-AE29-E6DF71E82EDB}" srcOrd="0" destOrd="0" presId="urn:microsoft.com/office/officeart/2005/8/layout/orgChart1"/>
    <dgm:cxn modelId="{05710260-B537-4099-BF34-E513D4C3856C}" type="presOf" srcId="{ED8FCE72-ABDE-4D57-ACB0-BF9F386D26F3}" destId="{1EEDD81C-1F55-4B35-94F0-0AF240CE2BBB}" srcOrd="1" destOrd="0" presId="urn:microsoft.com/office/officeart/2005/8/layout/orgChart1"/>
    <dgm:cxn modelId="{BC69A060-7394-4BAF-A06F-A3F58D6916A9}" type="presOf" srcId="{5E4530E0-C491-404A-8B5D-6CA8ABACB43F}" destId="{88B1ABF3-BC10-4A40-B3B4-C13360B940EC}" srcOrd="0" destOrd="0" presId="urn:microsoft.com/office/officeart/2005/8/layout/orgChart1"/>
    <dgm:cxn modelId="{E2D62B61-30FB-4F38-A3C7-AC338FC4CCFC}" type="presOf" srcId="{ACD1DA57-A898-4AA3-A024-34B887B4EA6B}" destId="{CB0BB1A8-0DA7-4745-A16B-54CDA471468D}" srcOrd="0" destOrd="0" presId="urn:microsoft.com/office/officeart/2005/8/layout/orgChart1"/>
    <dgm:cxn modelId="{2D9FC241-9A7B-484F-8125-604C574B56F1}" type="presOf" srcId="{EFF62769-B89F-4BE5-8D50-3948D69254BF}" destId="{FF8BE88A-D4BC-49E0-BFB1-5CF188292EA0}" srcOrd="0" destOrd="0" presId="urn:microsoft.com/office/officeart/2005/8/layout/orgChart1"/>
    <dgm:cxn modelId="{786F6642-28DA-44A4-BC0A-04A54A88627A}" type="presOf" srcId="{C7C41C81-E879-4F71-A778-A7110DD27D84}" destId="{57241D0C-EF4A-4008-A754-7940C611F2EF}" srcOrd="1" destOrd="0" presId="urn:microsoft.com/office/officeart/2005/8/layout/orgChart1"/>
    <dgm:cxn modelId="{2C88EE62-5D8F-43B6-814C-B79ACDB2792D}" type="presOf" srcId="{B932E9BC-8631-46B2-ADA4-72849C139097}" destId="{A92E5EB2-32CC-4ED8-B893-2F4BC0CC706B}" srcOrd="1" destOrd="0" presId="urn:microsoft.com/office/officeart/2005/8/layout/orgChart1"/>
    <dgm:cxn modelId="{09C53863-5471-4E50-95EB-A1CE1A5E0C74}" type="presOf" srcId="{92E2B792-1A0B-4A3C-9569-C06F9DFDF3A5}" destId="{67AED7DA-27C7-4B06-BCA6-A93ABA61FBD7}" srcOrd="0" destOrd="0" presId="urn:microsoft.com/office/officeart/2005/8/layout/orgChart1"/>
    <dgm:cxn modelId="{EF169363-84E3-482D-BA87-4180F4A26E50}" type="presOf" srcId="{CB504B6E-5256-4558-8C2F-3D7A99519A54}" destId="{21C1B410-4AC4-42CD-BE95-0C15275AE047}" srcOrd="0" destOrd="0" presId="urn:microsoft.com/office/officeart/2005/8/layout/orgChart1"/>
    <dgm:cxn modelId="{CEFD7165-DEA5-403C-A58C-03D0FDE3D02E}" type="presOf" srcId="{B976B183-C1F4-4CBF-8C34-760043032C45}" destId="{5992E5C7-C487-4CD9-BC62-FAA9ACF6C681}" srcOrd="1" destOrd="0" presId="urn:microsoft.com/office/officeart/2005/8/layout/orgChart1"/>
    <dgm:cxn modelId="{EF485846-C63E-44AC-9B32-DBC40C9C2B0E}" type="presOf" srcId="{DE96D436-A48C-4112-B8EE-F56A5625E808}" destId="{7B53DD2F-DB77-4FB9-9CBA-11A5DDF238E0}" srcOrd="0" destOrd="0" presId="urn:microsoft.com/office/officeart/2005/8/layout/orgChart1"/>
    <dgm:cxn modelId="{76020A47-0EA0-461D-B39F-DA81F874E581}" type="presOf" srcId="{B976B183-C1F4-4CBF-8C34-760043032C45}" destId="{F92CE8A7-A453-4780-947A-0E291FD212E8}" srcOrd="0" destOrd="0" presId="urn:microsoft.com/office/officeart/2005/8/layout/orgChart1"/>
    <dgm:cxn modelId="{3A90BF47-5A04-474C-97D1-2A0B5C623CA8}" type="presOf" srcId="{2F901C88-F406-4CEE-95A0-08E7D0A76F7A}" destId="{C099E5E7-6557-4167-B759-0ADB1385CDB3}" srcOrd="0" destOrd="0" presId="urn:microsoft.com/office/officeart/2005/8/layout/orgChart1"/>
    <dgm:cxn modelId="{127ECC4A-E20B-4881-9D6F-43ED9E9F3827}" type="presOf" srcId="{1F163689-ABFC-4B40-B348-0D9D9FEB84F0}" destId="{96062E6D-0E34-4715-A89B-8A1BA56FBA80}" srcOrd="1" destOrd="0" presId="urn:microsoft.com/office/officeart/2005/8/layout/orgChart1"/>
    <dgm:cxn modelId="{0713136C-FEF9-4EB6-AE0B-73E2224F49E9}" type="presOf" srcId="{614D8A65-66F8-4FA9-9408-DB50027EED41}" destId="{FC8CD96F-BC4F-4207-85F0-5480439E9742}" srcOrd="0" destOrd="0" presId="urn:microsoft.com/office/officeart/2005/8/layout/orgChart1"/>
    <dgm:cxn modelId="{FB476D4C-30C8-46F4-9A8D-DF78751CAC12}" type="presOf" srcId="{7A8BBFC7-786B-40D0-A43F-7FA3BF40277C}" destId="{756E6705-9917-449A-A998-FEE9C23B6BF4}" srcOrd="0" destOrd="0" presId="urn:microsoft.com/office/officeart/2005/8/layout/orgChart1"/>
    <dgm:cxn modelId="{15C66F4D-1A61-4539-871E-E169086FC9A8}" srcId="{E36420FC-7EBD-4012-B5C1-00A476770930}" destId="{570A6E6F-966B-4D2B-8316-0EB7B2FC654B}" srcOrd="1" destOrd="0" parTransId="{7A8BBFC7-786B-40D0-A43F-7FA3BF40277C}" sibTransId="{EB4B6AD1-B442-4B11-8EF0-7610FEF018DD}"/>
    <dgm:cxn modelId="{1C66DE71-0113-4CCF-93E0-5EFFEA2073C6}" srcId="{ED8FCE72-ABDE-4D57-ACB0-BF9F386D26F3}" destId="{06CAC3DA-66BB-4D80-A12C-7FE735569BC7}" srcOrd="0" destOrd="0" parTransId="{95ECD42B-8AE6-49BF-9490-7F2DC461BC31}" sibTransId="{4E899310-C4DF-4673-A037-8DD29DBAB07E}"/>
    <dgm:cxn modelId="{E5E03052-2B00-4D6D-A182-2E9A355A9801}" type="presOf" srcId="{3252801E-8038-46D4-8EC4-90AD7112CB10}" destId="{08F408F4-B9F4-4302-A224-1EDE01DAFF8B}" srcOrd="0" destOrd="0" presId="urn:microsoft.com/office/officeart/2005/8/layout/orgChart1"/>
    <dgm:cxn modelId="{BA059772-4BCF-4C0D-9F6B-A7E36BDE1878}" srcId="{06CAC3DA-66BB-4D80-A12C-7FE735569BC7}" destId="{2F901C88-F406-4CEE-95A0-08E7D0A76F7A}" srcOrd="0" destOrd="0" parTransId="{D828F7CD-D2B0-419E-8609-CF8E8033577B}" sibTransId="{CA81425D-E991-47D9-A342-1C949D1CA6D1}"/>
    <dgm:cxn modelId="{37D0E572-5C0B-475E-B98F-A195E6922A02}" type="presOf" srcId="{9E5E769C-52BE-4718-B55F-D32EB3A194F8}" destId="{624D83F0-FC14-40DF-A6B7-AF858AC4099B}" srcOrd="0" destOrd="0" presId="urn:microsoft.com/office/officeart/2005/8/layout/orgChart1"/>
    <dgm:cxn modelId="{862D4055-A681-436D-ACDF-58D524133EE9}" type="presOf" srcId="{BF095F42-3EE5-4240-8DE2-300A8E8BFBC0}" destId="{5FC3534F-DCEB-489E-9767-304AE333B77A}" srcOrd="1" destOrd="0" presId="urn:microsoft.com/office/officeart/2005/8/layout/orgChart1"/>
    <dgm:cxn modelId="{21955C75-5E9C-45EC-9F68-AEEDF0C99DCC}" type="presOf" srcId="{A83C1D10-146F-45EF-9E56-9B8DF8E77FD4}" destId="{76326254-0197-4A7D-805C-040902C1BFF6}" srcOrd="1" destOrd="0" presId="urn:microsoft.com/office/officeart/2005/8/layout/orgChart1"/>
    <dgm:cxn modelId="{6A614B75-4D27-4D16-8BF2-70BE37145683}" srcId="{FD469AE3-1F92-482D-AED3-96344268E0B7}" destId="{44001946-7C93-4B7A-BE94-A2622E0F95AB}" srcOrd="0" destOrd="0" parTransId="{D08DB624-68B6-495B-8597-C73AD626F159}" sibTransId="{B0E19D14-8E60-465D-B5A6-01BCF9995812}"/>
    <dgm:cxn modelId="{CEBE8875-48C7-4A7A-91E1-BBECFDC9BB2B}" type="presOf" srcId="{697EF755-FAD8-436B-8F8A-B23183B2ED51}" destId="{95F8F787-9EDB-4771-A1C4-04F20CD8B5FC}" srcOrd="0" destOrd="0" presId="urn:microsoft.com/office/officeart/2005/8/layout/orgChart1"/>
    <dgm:cxn modelId="{38387576-DECA-4325-B6BD-0DC61228228D}" type="presOf" srcId="{217120CA-0891-4ADC-A6FF-F778C4210822}" destId="{C901817B-5CD1-4A51-8E08-E982FDB97B3B}" srcOrd="1" destOrd="0" presId="urn:microsoft.com/office/officeart/2005/8/layout/orgChart1"/>
    <dgm:cxn modelId="{A0585656-5695-414F-9620-666232F80B47}" type="presOf" srcId="{5FFCD430-5B27-4B7B-8CCB-98D1C1587B74}" destId="{962EADF0-AC1D-43C8-9F47-8EA1092F375A}" srcOrd="1" destOrd="0" presId="urn:microsoft.com/office/officeart/2005/8/layout/orgChart1"/>
    <dgm:cxn modelId="{7D8D6877-BD87-4C86-9EE2-DB3B5DA6103D}" srcId="{EA173A87-10BB-41AA-A776-0BAB973F9C20}" destId="{ED8FCE72-ABDE-4D57-ACB0-BF9F386D26F3}" srcOrd="0" destOrd="0" parTransId="{6D2C3485-2B81-4ADA-8AF3-DB2190D13861}" sibTransId="{6FFF0102-DE2A-4BDB-80BE-2104B2C1EED9}"/>
    <dgm:cxn modelId="{0B130579-6CB3-43B8-99A2-5C3DCCEBA597}" type="presOf" srcId="{8582C899-B79C-4E27-9BD7-A2EB7B1E47CF}" destId="{776EA10F-EA94-4C3D-9515-C51E905E4212}" srcOrd="1" destOrd="0" presId="urn:microsoft.com/office/officeart/2005/8/layout/orgChart1"/>
    <dgm:cxn modelId="{31E2D279-B07F-4E6D-93A2-C100AA58EB1B}" type="presOf" srcId="{39E11E63-C96C-4454-A423-BC317DF9AB40}" destId="{D440DA52-C1B2-485F-B084-D0323D42425D}" srcOrd="1" destOrd="0" presId="urn:microsoft.com/office/officeart/2005/8/layout/orgChart1"/>
    <dgm:cxn modelId="{E7C3697A-5ECA-47CE-A79F-70692460A19C}" type="presOf" srcId="{5E5FF0E8-28BD-4632-AE4D-99D7018AE3C0}" destId="{A511B8A7-0F13-4EC7-824D-DFDD37ED537E}" srcOrd="0" destOrd="0" presId="urn:microsoft.com/office/officeart/2005/8/layout/orgChart1"/>
    <dgm:cxn modelId="{728A397B-741C-4448-A0A0-C99164AC6FE9}" srcId="{E94982BF-1A85-4F8F-8883-73D0C1615006}" destId="{5E4530E0-C491-404A-8B5D-6CA8ABACB43F}" srcOrd="1" destOrd="0" parTransId="{A0123059-6B21-4DBF-9EE8-17CA79261F65}" sibTransId="{E926F489-E60F-44FE-911E-B5F5BE17A89F}"/>
    <dgm:cxn modelId="{C17B8E7D-4FA7-483E-9431-279D4843FA71}" type="presOf" srcId="{3C389163-4E5D-45AA-9559-78AC022885D0}" destId="{4A85C0FB-F1CF-4757-BDB7-FBA1FF24CECD}" srcOrd="0" destOrd="0" presId="urn:microsoft.com/office/officeart/2005/8/layout/orgChart1"/>
    <dgm:cxn modelId="{BAF1D37E-6AAE-47E9-A55C-DC6A714EDA9E}" type="presOf" srcId="{2F901C88-F406-4CEE-95A0-08E7D0A76F7A}" destId="{3EFA3478-B5FC-4C04-A2C9-AF6FDD3316CB}" srcOrd="1" destOrd="0" presId="urn:microsoft.com/office/officeart/2005/8/layout/orgChart1"/>
    <dgm:cxn modelId="{645CF97F-C937-41AE-B468-EFCBD4C92551}" type="presOf" srcId="{D105F0B5-BAA6-4732-90A3-E91BF6BFF9DB}" destId="{1BF1F4ED-4D7C-463D-B044-A05BB7C9913C}" srcOrd="1" destOrd="0" presId="urn:microsoft.com/office/officeart/2005/8/layout/orgChart1"/>
    <dgm:cxn modelId="{CF68FC7F-1411-47F6-9A92-891FA1808003}" type="presOf" srcId="{0F87386D-1276-4E20-9963-4D7EB4ED4999}" destId="{703272E3-3FA7-465D-8645-80F6C89579D5}" srcOrd="1" destOrd="0" presId="urn:microsoft.com/office/officeart/2005/8/layout/orgChart1"/>
    <dgm:cxn modelId="{99C74A81-A526-4140-91BB-49DC2FAB6713}" type="presOf" srcId="{D8C54468-71ED-4981-B0A3-3595039AB82C}" destId="{F9C50271-15E0-444E-9AE0-2655A78E3F9E}" srcOrd="1" destOrd="0" presId="urn:microsoft.com/office/officeart/2005/8/layout/orgChart1"/>
    <dgm:cxn modelId="{144ED983-515E-4DD8-A742-74BF749291D7}" type="presOf" srcId="{E36420FC-7EBD-4012-B5C1-00A476770930}" destId="{38DAD60F-5D2D-4E62-83EE-315E4A3496EC}" srcOrd="0" destOrd="0" presId="urn:microsoft.com/office/officeart/2005/8/layout/orgChart1"/>
    <dgm:cxn modelId="{AB9EE586-11B1-4316-AFAD-85748B27669C}" type="presOf" srcId="{D30E8047-A76C-4EC5-9425-479AB107FFB8}" destId="{F62A8926-BA21-43A8-BD72-587900DF80A7}" srcOrd="0" destOrd="0" presId="urn:microsoft.com/office/officeart/2005/8/layout/orgChart1"/>
    <dgm:cxn modelId="{623F198C-C444-47C5-A76A-8B9EC1BEBDFC}" type="presOf" srcId="{95D7F98D-AA9E-46AD-8B5C-1F01DD5BE721}" destId="{83BB6835-9588-4BFC-80A6-A81960A58E0E}" srcOrd="1" destOrd="0" presId="urn:microsoft.com/office/officeart/2005/8/layout/orgChart1"/>
    <dgm:cxn modelId="{3FFE3C8D-351F-40D5-84DA-D3DF1A4AB021}" type="presOf" srcId="{EA173A87-10BB-41AA-A776-0BAB973F9C20}" destId="{69DB8109-59D5-45C6-8736-C1604ABD6396}" srcOrd="0" destOrd="0" presId="urn:microsoft.com/office/officeart/2005/8/layout/orgChart1"/>
    <dgm:cxn modelId="{D9355C8D-2FBE-4CA4-99D3-00A15B6E2AA9}" type="presOf" srcId="{26D44CC9-446E-449E-9A93-27B9BCAA37BA}" destId="{453ACBF7-CC7D-4706-B65C-8C7A775E5592}" srcOrd="1" destOrd="0" presId="urn:microsoft.com/office/officeart/2005/8/layout/orgChart1"/>
    <dgm:cxn modelId="{33D3228E-E478-40E9-853E-FF050C08676F}" type="presOf" srcId="{668E6366-1999-4FCE-98A9-6280AFB1FB69}" destId="{2FBA56ED-9250-432D-8CAB-1D1A350FD829}" srcOrd="1" destOrd="0" presId="urn:microsoft.com/office/officeart/2005/8/layout/orgChart1"/>
    <dgm:cxn modelId="{0E8C6D90-E3D2-4624-9032-DD9FD8F4C90C}" type="presOf" srcId="{BC7F1E08-4DC5-4759-932D-27899203E91A}" destId="{05C4C844-BE07-41C0-8C4B-4CD2ABC9A0ED}" srcOrd="0" destOrd="0" presId="urn:microsoft.com/office/officeart/2005/8/layout/orgChart1"/>
    <dgm:cxn modelId="{69043191-BCC4-4867-B14E-521E1A6C2F05}" type="presOf" srcId="{1051CC72-ECEB-455D-BC01-7B9DB541EFA2}" destId="{CE0D3069-DA6E-4882-94BB-BFDBE9A406C7}" srcOrd="0" destOrd="0" presId="urn:microsoft.com/office/officeart/2005/8/layout/orgChart1"/>
    <dgm:cxn modelId="{53BCB791-A91A-42E3-A46B-03054AF94449}" type="presOf" srcId="{D8C54468-71ED-4981-B0A3-3595039AB82C}" destId="{C99CCBF9-B38F-418C-9287-1882177C13C6}" srcOrd="0" destOrd="0" presId="urn:microsoft.com/office/officeart/2005/8/layout/orgChart1"/>
    <dgm:cxn modelId="{6F595193-BF38-47DE-BCB5-58A38B1188ED}" type="presOf" srcId="{A0123059-6B21-4DBF-9EE8-17CA79261F65}" destId="{759B98C4-CCE1-4456-BDC8-6CBE9F314907}" srcOrd="0" destOrd="0" presId="urn:microsoft.com/office/officeart/2005/8/layout/orgChart1"/>
    <dgm:cxn modelId="{95CBEF98-BD5F-4073-8362-2D30860F11F1}" type="presOf" srcId="{71B670D5-BB7C-4301-94C0-465FB3D2BFA7}" destId="{DF8AF1CE-6997-4170-9A3C-F24E0AFA4408}" srcOrd="1" destOrd="0" presId="urn:microsoft.com/office/officeart/2005/8/layout/orgChart1"/>
    <dgm:cxn modelId="{7F10699B-6E99-4110-A653-A1D8695866CA}" type="presOf" srcId="{E36420FC-7EBD-4012-B5C1-00A476770930}" destId="{ABF7EEFC-C829-4696-AD10-933B4DF3A154}" srcOrd="1" destOrd="0" presId="urn:microsoft.com/office/officeart/2005/8/layout/orgChart1"/>
    <dgm:cxn modelId="{FEF1519B-0AA0-40CD-A560-83AC5B101271}" srcId="{71B670D5-BB7C-4301-94C0-465FB3D2BFA7}" destId="{FD469AE3-1F92-482D-AED3-96344268E0B7}" srcOrd="0" destOrd="0" parTransId="{1051CC72-ECEB-455D-BC01-7B9DB541EFA2}" sibTransId="{48E7EC4F-9E59-46BE-9880-A5A87AC70548}"/>
    <dgm:cxn modelId="{9ED6B89D-D64A-4C4D-914D-A5683AFCE1DE}" srcId="{2F901C88-F406-4CEE-95A0-08E7D0A76F7A}" destId="{BF095F42-3EE5-4240-8DE2-300A8E8BFBC0}" srcOrd="0" destOrd="0" parTransId="{EFC8DB4E-0920-46A3-993F-065EA0D3A634}" sibTransId="{5DD792E5-AA65-49E5-A4F5-729627521221}"/>
    <dgm:cxn modelId="{95A943A1-DCC9-432F-8A7E-EB447CF381DD}" type="presOf" srcId="{570A6E6F-966B-4D2B-8316-0EB7B2FC654B}" destId="{A3B0F315-6C2B-4B46-8BE7-F8A44619ED8F}" srcOrd="1" destOrd="0" presId="urn:microsoft.com/office/officeart/2005/8/layout/orgChart1"/>
    <dgm:cxn modelId="{35515BA2-F7D1-49F1-BF31-018F743540EB}" srcId="{71B670D5-BB7C-4301-94C0-465FB3D2BFA7}" destId="{A83C1D10-146F-45EF-9E56-9B8DF8E77FD4}" srcOrd="3" destOrd="0" parTransId="{9E5E769C-52BE-4718-B55F-D32EB3A194F8}" sibTransId="{3EA54C6C-D177-49A7-BE22-8DFB87529F2B}"/>
    <dgm:cxn modelId="{6E9F5BA3-AAD0-49DF-B3B4-C8785DE1FA7A}" type="presOf" srcId="{5E4530E0-C491-404A-8B5D-6CA8ABACB43F}" destId="{38C60182-12CA-4D29-933C-02888A2D9285}" srcOrd="1" destOrd="0" presId="urn:microsoft.com/office/officeart/2005/8/layout/orgChart1"/>
    <dgm:cxn modelId="{705C64A6-BEF0-4FB7-8E86-FAB1C95A5B59}" srcId="{2F901C88-F406-4CEE-95A0-08E7D0A76F7A}" destId="{39E11E63-C96C-4454-A423-BC317DF9AB40}" srcOrd="1" destOrd="0" parTransId="{5957C3CF-DD8A-49F5-8BF7-B289B51426DF}" sibTransId="{3B5D8F60-5BFA-4772-9FAB-A31957721E52}"/>
    <dgm:cxn modelId="{2E54C2A7-0160-4C87-B889-60CD02967624}" type="presOf" srcId="{D08DB624-68B6-495B-8597-C73AD626F159}" destId="{A09F3512-295A-4B4F-906B-423DB21DDC35}" srcOrd="0" destOrd="0" presId="urn:microsoft.com/office/officeart/2005/8/layout/orgChart1"/>
    <dgm:cxn modelId="{72E72DA8-4470-4D78-8B30-180F2C139A75}" type="presOf" srcId="{30E81892-DF99-493E-9546-E62FF2ECC15D}" destId="{AEF4CF33-8780-447D-A590-75C711AC07EE}" srcOrd="0" destOrd="0" presId="urn:microsoft.com/office/officeart/2005/8/layout/orgChart1"/>
    <dgm:cxn modelId="{2ED98AA8-C977-4A6D-A1C3-33D98B5758F9}" type="presOf" srcId="{716D8BEA-35BF-4A9E-AC5A-E42A6D203D15}" destId="{60A73918-E17E-4C84-8747-D0F35CE703DC}" srcOrd="0" destOrd="0" presId="urn:microsoft.com/office/officeart/2005/8/layout/orgChart1"/>
    <dgm:cxn modelId="{2CB90EAD-DCF7-4FB1-A8B3-7A819B2EAD9E}" type="presOf" srcId="{26D44CC9-446E-449E-9A93-27B9BCAA37BA}" destId="{5D5618DA-21B3-42CE-89DF-E85B386EDB00}" srcOrd="0" destOrd="0" presId="urn:microsoft.com/office/officeart/2005/8/layout/orgChart1"/>
    <dgm:cxn modelId="{B69A28B2-72C8-4E5D-B9E8-EC0ACE72A43E}" type="presOf" srcId="{C630B7A0-5765-434B-B4E6-33216FE0B737}" destId="{76236C39-C745-48B1-89FE-2E5F62F6DF4E}" srcOrd="0" destOrd="0" presId="urn:microsoft.com/office/officeart/2005/8/layout/orgChart1"/>
    <dgm:cxn modelId="{7A7C8BB4-29CB-4C6D-A78D-BFBD1FAC91F3}" type="presOf" srcId="{95D7F98D-AA9E-46AD-8B5C-1F01DD5BE721}" destId="{2A5C9F0B-E215-4249-AA13-F064DDD0D3EA}" srcOrd="0" destOrd="0" presId="urn:microsoft.com/office/officeart/2005/8/layout/orgChart1"/>
    <dgm:cxn modelId="{805541B6-F977-49B3-A179-97B880E258EF}" type="presOf" srcId="{2456A0C1-A304-4B11-A0FA-402CBEB2997A}" destId="{CF133A77-39D9-4841-8498-A04FFFD7C40A}" srcOrd="0" destOrd="0" presId="urn:microsoft.com/office/officeart/2005/8/layout/orgChart1"/>
    <dgm:cxn modelId="{1FA71EBB-799D-4E0D-8E66-AA4EF1137961}" type="presOf" srcId="{B469C575-A66F-42E1-9A82-C189B76099D2}" destId="{964D65E4-733E-435A-A2F9-984F64520C57}" srcOrd="0" destOrd="0" presId="urn:microsoft.com/office/officeart/2005/8/layout/orgChart1"/>
    <dgm:cxn modelId="{03FDEEBB-9080-4675-A8C2-B65D3E97AE85}" type="presOf" srcId="{1F163689-ABFC-4B40-B348-0D9D9FEB84F0}" destId="{E8C0EC6D-5578-400A-A0E7-7C3D9AB76AA8}" srcOrd="0" destOrd="0" presId="urn:microsoft.com/office/officeart/2005/8/layout/orgChart1"/>
    <dgm:cxn modelId="{10BC8CBD-CB51-4EC5-AFFB-C65DD7F489F9}" type="presOf" srcId="{80F59B67-644A-48CB-8502-F12BD9E46BDC}" destId="{65355A6A-1DB1-460A-8736-78A3BC6C9905}" srcOrd="0" destOrd="0" presId="urn:microsoft.com/office/officeart/2005/8/layout/orgChart1"/>
    <dgm:cxn modelId="{5AE847BE-4B7B-4712-8E65-CB6628849AF7}" type="presOf" srcId="{E94982BF-1A85-4F8F-8883-73D0C1615006}" destId="{B2F40D55-5E0B-4814-B3E1-2826852DB9AA}" srcOrd="1" destOrd="0" presId="urn:microsoft.com/office/officeart/2005/8/layout/orgChart1"/>
    <dgm:cxn modelId="{5854E5C3-DE4D-40DD-BB44-A564288B1860}" type="presOf" srcId="{570A6E6F-966B-4D2B-8316-0EB7B2FC654B}" destId="{D8CCBBBA-8A1B-43DE-B25D-8EC7AEB77D9E}" srcOrd="0" destOrd="0" presId="urn:microsoft.com/office/officeart/2005/8/layout/orgChart1"/>
    <dgm:cxn modelId="{3FB2BBC5-7624-4F76-8FF6-74E865975286}" type="presOf" srcId="{7321F13E-C9CB-427A-85C8-09B710A8B9BB}" destId="{5D8A09DF-7264-409F-B6E9-C69BA4D2049E}" srcOrd="1" destOrd="0" presId="urn:microsoft.com/office/officeart/2005/8/layout/orgChart1"/>
    <dgm:cxn modelId="{F9ECD6C6-EC27-46B6-9618-205E6F5ABEAF}" srcId="{E36420FC-7EBD-4012-B5C1-00A476770930}" destId="{217120CA-0891-4ADC-A6FF-F778C4210822}" srcOrd="3" destOrd="0" parTransId="{D30E8047-A76C-4EC5-9425-479AB107FFB8}" sibTransId="{D0036EB9-ECF5-4767-9068-8551FC4E7AB6}"/>
    <dgm:cxn modelId="{FD85EAC6-C419-4D34-A715-6344E1FD13C3}" srcId="{E36420FC-7EBD-4012-B5C1-00A476770930}" destId="{8582C899-B79C-4E27-9BD7-A2EB7B1E47CF}" srcOrd="0" destOrd="0" parTransId="{5F77FF22-20B0-424A-93AD-403B2D88A959}" sibTransId="{22796C09-AECF-4176-8EA7-35BD9A561405}"/>
    <dgm:cxn modelId="{488995C7-8291-4E0B-8DE5-5FD0D35403FF}" type="presOf" srcId="{44001946-7C93-4B7A-BE94-A2622E0F95AB}" destId="{D27CDC1B-3056-49B1-B9DF-A0A40E2F836B}" srcOrd="0" destOrd="0" presId="urn:microsoft.com/office/officeart/2005/8/layout/orgChart1"/>
    <dgm:cxn modelId="{A782D4CA-74CA-44ED-A24E-C5548A58DB1E}" type="presOf" srcId="{80F59B67-644A-48CB-8502-F12BD9E46BDC}" destId="{93B472B0-B6B3-44DE-9A16-CC7468E800FD}" srcOrd="1" destOrd="0" presId="urn:microsoft.com/office/officeart/2005/8/layout/orgChart1"/>
    <dgm:cxn modelId="{26F37CCB-FFD4-4E10-AE31-4F0A63ECC25F}" type="presOf" srcId="{0F808AC6-7F98-40C9-91EF-087A704B63AB}" destId="{770C90B1-4A21-42B6-8706-D1FFC456F841}" srcOrd="0" destOrd="0" presId="urn:microsoft.com/office/officeart/2005/8/layout/orgChart1"/>
    <dgm:cxn modelId="{94C1A7CB-4C7A-4084-836E-B516D8D5891C}" srcId="{C7C41C81-E879-4F71-A778-A7110DD27D84}" destId="{0F87386D-1276-4E20-9963-4D7EB4ED4999}" srcOrd="3" destOrd="0" parTransId="{C630B7A0-5765-434B-B4E6-33216FE0B737}" sibTransId="{479F6450-C223-48E0-86B7-32723E4E0737}"/>
    <dgm:cxn modelId="{AEF94BCC-C236-47F6-9670-CBBDE4E21CF5}" type="presOf" srcId="{39E11E63-C96C-4454-A423-BC317DF9AB40}" destId="{ED33AF37-B3C1-4208-9731-9A996E6192CD}" srcOrd="0" destOrd="0" presId="urn:microsoft.com/office/officeart/2005/8/layout/orgChart1"/>
    <dgm:cxn modelId="{C79493CF-95E3-4684-8761-F93002774343}" type="presOf" srcId="{8582C899-B79C-4E27-9BD7-A2EB7B1E47CF}" destId="{D18E1826-F515-46A8-917E-E9E8699BFA05}" srcOrd="0" destOrd="0" presId="urn:microsoft.com/office/officeart/2005/8/layout/orgChart1"/>
    <dgm:cxn modelId="{58AE50D1-224B-45E6-8936-CD75C9B74998}" type="presOf" srcId="{D105F0B5-BAA6-4732-90A3-E91BF6BFF9DB}" destId="{17FAA371-D083-4C80-9844-22D908E242E2}" srcOrd="0" destOrd="0" presId="urn:microsoft.com/office/officeart/2005/8/layout/orgChart1"/>
    <dgm:cxn modelId="{36528CD3-E3F5-4232-8B69-41DDF0810F21}" type="presOf" srcId="{06798773-ADB3-4D73-8182-2A326DADA6A7}" destId="{A26B274E-4365-4285-91A6-54BD8BFE0E4D}" srcOrd="1" destOrd="0" presId="urn:microsoft.com/office/officeart/2005/8/layout/orgChart1"/>
    <dgm:cxn modelId="{1FAED0D4-1E66-4992-9AEB-C72FE6B22887}" srcId="{FD469AE3-1F92-482D-AED3-96344268E0B7}" destId="{DE96D436-A48C-4112-B8EE-F56A5625E808}" srcOrd="1" destOrd="0" parTransId="{716D8BEA-35BF-4A9E-AC5A-E42A6D203D15}" sibTransId="{FEB7EF52-BB96-4331-9C60-907423BCE881}"/>
    <dgm:cxn modelId="{52F197D7-D030-43FB-BEB5-0D67F57BAC63}" type="presOf" srcId="{B469C575-A66F-42E1-9A82-C189B76099D2}" destId="{0BA4D32D-A0CA-4E67-8256-2DEED2F38ACE}" srcOrd="1" destOrd="0" presId="urn:microsoft.com/office/officeart/2005/8/layout/orgChart1"/>
    <dgm:cxn modelId="{FB0222DA-FB9D-464D-B2EA-BDAF8B400AA9}" type="presOf" srcId="{31735AA1-1C06-49E6-AB11-A7191C5B7A67}" destId="{BAEEF4E8-1A13-4C5D-A495-736D04FEB65A}" srcOrd="0" destOrd="0" presId="urn:microsoft.com/office/officeart/2005/8/layout/orgChart1"/>
    <dgm:cxn modelId="{482023DA-46F2-4B3B-B1A4-9A1636158404}" type="presOf" srcId="{EFC8DB4E-0920-46A3-993F-065EA0D3A634}" destId="{F46B8E13-E253-4F1E-8828-B18B64CF83FA}" srcOrd="0" destOrd="0" presId="urn:microsoft.com/office/officeart/2005/8/layout/orgChart1"/>
    <dgm:cxn modelId="{E562CCDC-57F2-48E7-AAB4-9F270CF3A740}" type="presOf" srcId="{B318A3AD-03B5-4E07-86AC-C62FD9916625}" destId="{B8A6A5F9-4597-4640-A36A-465CA19D395A}" srcOrd="0" destOrd="0" presId="urn:microsoft.com/office/officeart/2005/8/layout/orgChart1"/>
    <dgm:cxn modelId="{E09BE2DD-32E2-4D76-93F3-CDF72972219F}" srcId="{668E6366-1999-4FCE-98A9-6280AFB1FB69}" destId="{B976B183-C1F4-4CBF-8C34-760043032C45}" srcOrd="1" destOrd="0" parTransId="{614D8A65-66F8-4FA9-9408-DB50027EED41}" sibTransId="{D15BEC83-D64B-4E9E-89DF-DD58CE4C3BB9}"/>
    <dgm:cxn modelId="{0C8008DF-F32A-4103-9289-C1CFBF7D1F9E}" type="presOf" srcId="{A83C1D10-146F-45EF-9E56-9B8DF8E77FD4}" destId="{F9420853-D282-430A-B71A-6566691C73D3}" srcOrd="0" destOrd="0" presId="urn:microsoft.com/office/officeart/2005/8/layout/orgChart1"/>
    <dgm:cxn modelId="{AB69BCE0-DD11-465F-A59C-2FFA9440A735}" type="presOf" srcId="{DE96D436-A48C-4112-B8EE-F56A5625E808}" destId="{7A32552E-4DAB-4B22-9D87-A3F56F1C02C4}" srcOrd="1" destOrd="0" presId="urn:microsoft.com/office/officeart/2005/8/layout/orgChart1"/>
    <dgm:cxn modelId="{48C331E1-041F-4D36-B687-D866B70CC40E}" type="presOf" srcId="{44001946-7C93-4B7A-BE94-A2622E0F95AB}" destId="{43D418AF-E9F0-4D12-BB4A-E21C8DC92F6C}" srcOrd="1" destOrd="0" presId="urn:microsoft.com/office/officeart/2005/8/layout/orgChart1"/>
    <dgm:cxn modelId="{63126FE2-F0BA-4DF4-8040-73A1FFC60083}" type="presOf" srcId="{C8F93DCF-2D08-46C9-BC6E-64D0E46B9DB4}" destId="{91AB1037-9BE5-46E3-A34F-5C5B869DCCE0}" srcOrd="0" destOrd="0" presId="urn:microsoft.com/office/officeart/2005/8/layout/orgChart1"/>
    <dgm:cxn modelId="{09D77EE4-9D88-4FB3-ADB6-DEF0A30A150C}" type="presOf" srcId="{668E6366-1999-4FCE-98A9-6280AFB1FB69}" destId="{CA9F2444-962F-40AC-98FA-BEBE8F0995AF}" srcOrd="0" destOrd="0" presId="urn:microsoft.com/office/officeart/2005/8/layout/orgChart1"/>
    <dgm:cxn modelId="{9444D9E4-5804-435C-9B97-15B0931A37D3}" type="presOf" srcId="{7321F13E-C9CB-427A-85C8-09B710A8B9BB}" destId="{15408AD9-59B5-45B4-A38E-4B5DD02591DB}" srcOrd="0" destOrd="0" presId="urn:microsoft.com/office/officeart/2005/8/layout/orgChart1"/>
    <dgm:cxn modelId="{F390A1E5-26B8-4D24-AA71-89F9E9403F27}" type="presOf" srcId="{06CAC3DA-66BB-4D80-A12C-7FE735569BC7}" destId="{51357279-0C40-4EF9-93C4-8E6E2EFEA26B}" srcOrd="0" destOrd="0" presId="urn:microsoft.com/office/officeart/2005/8/layout/orgChart1"/>
    <dgm:cxn modelId="{A7F564E7-F23E-44D5-B1BB-A0A8C19B7A87}" type="presOf" srcId="{EBDECD75-397B-4CD7-A33E-B6C6F9785C55}" destId="{E3A4F46C-BDE5-43F7-86E1-3A09CF8935CF}" srcOrd="0" destOrd="0" presId="urn:microsoft.com/office/officeart/2005/8/layout/orgChart1"/>
    <dgm:cxn modelId="{6B1E56E7-01BF-4363-9FB2-83DA0342A4F9}" type="presOf" srcId="{06CAC3DA-66BB-4D80-A12C-7FE735569BC7}" destId="{02C99DBA-F5DB-4E56-9540-767D608D74D8}" srcOrd="1" destOrd="0" presId="urn:microsoft.com/office/officeart/2005/8/layout/orgChart1"/>
    <dgm:cxn modelId="{703FCEE7-368C-44AA-9946-B1126FDBAA50}" type="presOf" srcId="{FD469AE3-1F92-482D-AED3-96344268E0B7}" destId="{B7B84F3E-5465-44B5-B182-09DF80890BA5}" srcOrd="0" destOrd="0" presId="urn:microsoft.com/office/officeart/2005/8/layout/orgChart1"/>
    <dgm:cxn modelId="{2F39CDE8-2FA4-41CA-AB0B-DC1EF33B907B}" type="presOf" srcId="{71B670D5-BB7C-4301-94C0-465FB3D2BFA7}" destId="{2228BECA-B3AC-4FCA-8F75-9E0A6178048B}" srcOrd="0" destOrd="0" presId="urn:microsoft.com/office/officeart/2005/8/layout/orgChart1"/>
    <dgm:cxn modelId="{D94D32EA-4A4F-429E-871E-AAF90AC466ED}" srcId="{C7C41C81-E879-4F71-A778-A7110DD27D84}" destId="{D8C54468-71ED-4981-B0A3-3595039AB82C}" srcOrd="0" destOrd="0" parTransId="{EFF62769-B89F-4BE5-8D50-3948D69254BF}" sibTransId="{51B701C1-A42A-48F8-9E8B-8036678C6519}"/>
    <dgm:cxn modelId="{85A80CED-51D6-4A0B-8538-2C582C3D3E9A}" srcId="{FD469AE3-1F92-482D-AED3-96344268E0B7}" destId="{95D7F98D-AA9E-46AD-8B5C-1F01DD5BE721}" srcOrd="3" destOrd="0" parTransId="{31735AA1-1C06-49E6-AB11-A7191C5B7A67}" sibTransId="{673E29D5-4C43-4943-BF6A-46F48EEF1B03}"/>
    <dgm:cxn modelId="{09DBF8EE-A503-4E3E-8D3A-B56DDA32CC9E}" type="presOf" srcId="{D828F7CD-D2B0-419E-8609-CF8E8033577B}" destId="{E48851A4-D57F-4F5F-A214-0DDE3E95970E}" srcOrd="0" destOrd="0" presId="urn:microsoft.com/office/officeart/2005/8/layout/orgChart1"/>
    <dgm:cxn modelId="{129B06F1-CBFA-499F-9068-BE69C4F76C40}" srcId="{06CAC3DA-66BB-4D80-A12C-7FE735569BC7}" destId="{E94982BF-1A85-4F8F-8883-73D0C1615006}" srcOrd="1" destOrd="0" parTransId="{3C389163-4E5D-45AA-9559-78AC022885D0}" sibTransId="{E8B7FF3A-6A6B-4A3E-8DF1-EBFA7F74FD77}"/>
    <dgm:cxn modelId="{196E9BF1-D95E-457F-A92C-077FF5445A8E}" srcId="{E36420FC-7EBD-4012-B5C1-00A476770930}" destId="{1F163689-ABFC-4B40-B348-0D9D9FEB84F0}" srcOrd="2" destOrd="0" parTransId="{FEAD6FA7-FA63-4518-85DE-BB75DC45CF2A}" sibTransId="{FD2F780B-8832-4292-96D3-CBC499AF01CC}"/>
    <dgm:cxn modelId="{EC91E9F1-9676-4765-A66C-79641739F165}" type="presOf" srcId="{C7C41C81-E879-4F71-A778-A7110DD27D84}" destId="{2F040CC6-A28E-4A3B-A111-A956BB7A6328}" srcOrd="0" destOrd="0" presId="urn:microsoft.com/office/officeart/2005/8/layout/orgChart1"/>
    <dgm:cxn modelId="{D20CE7FB-2573-4AAC-AC01-99E85EE3A204}" srcId="{FD469AE3-1F92-482D-AED3-96344268E0B7}" destId="{B932E9BC-8631-46B2-ADA4-72849C139097}" srcOrd="4" destOrd="0" parTransId="{3252801E-8038-46D4-8EC4-90AD7112CB10}" sibTransId="{9BBE618C-D798-40FE-9DFA-D3EAC643651C}"/>
    <dgm:cxn modelId="{60B6EDAD-CF43-470B-BFA7-7D72D9790C6E}" type="presParOf" srcId="{69DB8109-59D5-45C6-8736-C1604ABD6396}" destId="{5A2F20F6-43FE-402F-B2E7-494456209236}" srcOrd="0" destOrd="0" presId="urn:microsoft.com/office/officeart/2005/8/layout/orgChart1"/>
    <dgm:cxn modelId="{73D6C934-6261-4ED1-9866-F4658C3EA04C}" type="presParOf" srcId="{5A2F20F6-43FE-402F-B2E7-494456209236}" destId="{FD643105-8B12-4B02-8774-6736F5D6BAAB}" srcOrd="0" destOrd="0" presId="urn:microsoft.com/office/officeart/2005/8/layout/orgChart1"/>
    <dgm:cxn modelId="{AA0BD848-C248-483F-A5C7-BE3D840D71CD}" type="presParOf" srcId="{FD643105-8B12-4B02-8774-6736F5D6BAAB}" destId="{D208BCD9-A901-4EE5-B059-4FABBA60C046}" srcOrd="0" destOrd="0" presId="urn:microsoft.com/office/officeart/2005/8/layout/orgChart1"/>
    <dgm:cxn modelId="{4CAE65D4-ED9E-4027-8CAF-BB81F74DC66D}" type="presParOf" srcId="{FD643105-8B12-4B02-8774-6736F5D6BAAB}" destId="{1EEDD81C-1F55-4B35-94F0-0AF240CE2BBB}" srcOrd="1" destOrd="0" presId="urn:microsoft.com/office/officeart/2005/8/layout/orgChart1"/>
    <dgm:cxn modelId="{11240D48-6F3C-41F2-A604-7331178EB133}" type="presParOf" srcId="{5A2F20F6-43FE-402F-B2E7-494456209236}" destId="{7580980C-EAFB-4DC6-8CD8-F232CF9108D2}" srcOrd="1" destOrd="0" presId="urn:microsoft.com/office/officeart/2005/8/layout/orgChart1"/>
    <dgm:cxn modelId="{AF65C7BD-93AF-419E-8351-05837BD99C54}" type="presParOf" srcId="{7580980C-EAFB-4DC6-8CD8-F232CF9108D2}" destId="{703268B4-F808-47A6-8668-80111BDF4E73}" srcOrd="0" destOrd="0" presId="urn:microsoft.com/office/officeart/2005/8/layout/orgChart1"/>
    <dgm:cxn modelId="{80D3C480-5BEA-4D0D-BC72-4895DE39FD38}" type="presParOf" srcId="{7580980C-EAFB-4DC6-8CD8-F232CF9108D2}" destId="{5DA44D65-A4F1-4111-9293-6902C30A330A}" srcOrd="1" destOrd="0" presId="urn:microsoft.com/office/officeart/2005/8/layout/orgChart1"/>
    <dgm:cxn modelId="{85F92BF5-8964-4197-9121-506EE509139E}" type="presParOf" srcId="{5DA44D65-A4F1-4111-9293-6902C30A330A}" destId="{824AC9B0-031C-4FEB-BC37-48C00A0D3809}" srcOrd="0" destOrd="0" presId="urn:microsoft.com/office/officeart/2005/8/layout/orgChart1"/>
    <dgm:cxn modelId="{0FA3223C-B409-417C-B61D-B67303E62C5F}" type="presParOf" srcId="{824AC9B0-031C-4FEB-BC37-48C00A0D3809}" destId="{51357279-0C40-4EF9-93C4-8E6E2EFEA26B}" srcOrd="0" destOrd="0" presId="urn:microsoft.com/office/officeart/2005/8/layout/orgChart1"/>
    <dgm:cxn modelId="{F4652BAE-4E65-41BA-BB6E-621F29591A9E}" type="presParOf" srcId="{824AC9B0-031C-4FEB-BC37-48C00A0D3809}" destId="{02C99DBA-F5DB-4E56-9540-767D608D74D8}" srcOrd="1" destOrd="0" presId="urn:microsoft.com/office/officeart/2005/8/layout/orgChart1"/>
    <dgm:cxn modelId="{E56E84E4-E2BD-42E4-BEF7-48F580F86FFC}" type="presParOf" srcId="{5DA44D65-A4F1-4111-9293-6902C30A330A}" destId="{2AEC4DD6-5A5F-4D7D-AD71-F875ADF28542}" srcOrd="1" destOrd="0" presId="urn:microsoft.com/office/officeart/2005/8/layout/orgChart1"/>
    <dgm:cxn modelId="{CBEA4DDF-613E-474E-AD29-050EDB2EBAEE}" type="presParOf" srcId="{2AEC4DD6-5A5F-4D7D-AD71-F875ADF28542}" destId="{E48851A4-D57F-4F5F-A214-0DDE3E95970E}" srcOrd="0" destOrd="0" presId="urn:microsoft.com/office/officeart/2005/8/layout/orgChart1"/>
    <dgm:cxn modelId="{A3B3F623-256D-4218-827D-660D3E8390C2}" type="presParOf" srcId="{2AEC4DD6-5A5F-4D7D-AD71-F875ADF28542}" destId="{99CB77D6-317D-49A5-8AA8-371F32FC0F17}" srcOrd="1" destOrd="0" presId="urn:microsoft.com/office/officeart/2005/8/layout/orgChart1"/>
    <dgm:cxn modelId="{051CD3E1-30CB-4027-A9FE-82919A3A65E2}" type="presParOf" srcId="{99CB77D6-317D-49A5-8AA8-371F32FC0F17}" destId="{25828883-EBE0-4D58-8FD2-2ACA40C5AE3F}" srcOrd="0" destOrd="0" presId="urn:microsoft.com/office/officeart/2005/8/layout/orgChart1"/>
    <dgm:cxn modelId="{F6F10D65-19E0-48BA-8679-5987687B6EB9}" type="presParOf" srcId="{25828883-EBE0-4D58-8FD2-2ACA40C5AE3F}" destId="{C099E5E7-6557-4167-B759-0ADB1385CDB3}" srcOrd="0" destOrd="0" presId="urn:microsoft.com/office/officeart/2005/8/layout/orgChart1"/>
    <dgm:cxn modelId="{1396A35E-84B4-425B-87AF-AB9E90C2CFC6}" type="presParOf" srcId="{25828883-EBE0-4D58-8FD2-2ACA40C5AE3F}" destId="{3EFA3478-B5FC-4C04-A2C9-AF6FDD3316CB}" srcOrd="1" destOrd="0" presId="urn:microsoft.com/office/officeart/2005/8/layout/orgChart1"/>
    <dgm:cxn modelId="{859378CC-9523-4EDC-9D7B-4E313C16F767}" type="presParOf" srcId="{99CB77D6-317D-49A5-8AA8-371F32FC0F17}" destId="{D738D7C1-BFAE-4789-884C-1D4D75241777}" srcOrd="1" destOrd="0" presId="urn:microsoft.com/office/officeart/2005/8/layout/orgChart1"/>
    <dgm:cxn modelId="{52C09D4C-D38A-438F-B4A1-48787435D3FE}" type="presParOf" srcId="{D738D7C1-BFAE-4789-884C-1D4D75241777}" destId="{F46B8E13-E253-4F1E-8828-B18B64CF83FA}" srcOrd="0" destOrd="0" presId="urn:microsoft.com/office/officeart/2005/8/layout/orgChart1"/>
    <dgm:cxn modelId="{CDD515C0-97C9-4924-A86F-37529628764C}" type="presParOf" srcId="{D738D7C1-BFAE-4789-884C-1D4D75241777}" destId="{80BD7C0E-A2C5-4BFD-A9BE-921AD957B3D0}" srcOrd="1" destOrd="0" presId="urn:microsoft.com/office/officeart/2005/8/layout/orgChart1"/>
    <dgm:cxn modelId="{87610BA3-2F17-4104-864F-729007387DF4}" type="presParOf" srcId="{80BD7C0E-A2C5-4BFD-A9BE-921AD957B3D0}" destId="{3B3867BB-B754-4B77-AD65-39ED66FFE9F3}" srcOrd="0" destOrd="0" presId="urn:microsoft.com/office/officeart/2005/8/layout/orgChart1"/>
    <dgm:cxn modelId="{C7B7C6BC-1642-4A2E-8A33-A652AC49A9FE}" type="presParOf" srcId="{3B3867BB-B754-4B77-AD65-39ED66FFE9F3}" destId="{822AF33C-2D1F-4D21-8886-31211D07BFDE}" srcOrd="0" destOrd="0" presId="urn:microsoft.com/office/officeart/2005/8/layout/orgChart1"/>
    <dgm:cxn modelId="{6FC979F7-2E34-4BBF-B363-D1A41A5FCA31}" type="presParOf" srcId="{3B3867BB-B754-4B77-AD65-39ED66FFE9F3}" destId="{5FC3534F-DCEB-489E-9767-304AE333B77A}" srcOrd="1" destOrd="0" presId="urn:microsoft.com/office/officeart/2005/8/layout/orgChart1"/>
    <dgm:cxn modelId="{5B50DA40-C444-4FA3-803A-3691E958D4FC}" type="presParOf" srcId="{80BD7C0E-A2C5-4BFD-A9BE-921AD957B3D0}" destId="{5BB6580E-2C29-4912-8B89-048E11093670}" srcOrd="1" destOrd="0" presId="urn:microsoft.com/office/officeart/2005/8/layout/orgChart1"/>
    <dgm:cxn modelId="{54B29604-F795-44C1-BCC3-BC4D123D9271}" type="presParOf" srcId="{80BD7C0E-A2C5-4BFD-A9BE-921AD957B3D0}" destId="{446F2B5E-FC60-4D24-A360-3BF1E2018B70}" srcOrd="2" destOrd="0" presId="urn:microsoft.com/office/officeart/2005/8/layout/orgChart1"/>
    <dgm:cxn modelId="{22A22AC2-5E8E-4CBD-9600-6839E7A77160}" type="presParOf" srcId="{D738D7C1-BFAE-4789-884C-1D4D75241777}" destId="{56BAE8E3-9E1B-4974-B54F-19C7A74FA748}" srcOrd="2" destOrd="0" presId="urn:microsoft.com/office/officeart/2005/8/layout/orgChart1"/>
    <dgm:cxn modelId="{2FC2186F-4755-4A30-B6BF-16499D99D849}" type="presParOf" srcId="{D738D7C1-BFAE-4789-884C-1D4D75241777}" destId="{89007194-2F1D-4491-AD06-B2AC68F531F9}" srcOrd="3" destOrd="0" presId="urn:microsoft.com/office/officeart/2005/8/layout/orgChart1"/>
    <dgm:cxn modelId="{47A94246-BBDD-4837-A442-6B104905A69B}" type="presParOf" srcId="{89007194-2F1D-4491-AD06-B2AC68F531F9}" destId="{1556C082-0AC4-4F6C-9B0C-730471DCBABF}" srcOrd="0" destOrd="0" presId="urn:microsoft.com/office/officeart/2005/8/layout/orgChart1"/>
    <dgm:cxn modelId="{18843623-22AF-4A36-AF99-661DE28216F5}" type="presParOf" srcId="{1556C082-0AC4-4F6C-9B0C-730471DCBABF}" destId="{ED33AF37-B3C1-4208-9731-9A996E6192CD}" srcOrd="0" destOrd="0" presId="urn:microsoft.com/office/officeart/2005/8/layout/orgChart1"/>
    <dgm:cxn modelId="{D28A40AC-B2EC-4E1A-AF94-79B04B8129B5}" type="presParOf" srcId="{1556C082-0AC4-4F6C-9B0C-730471DCBABF}" destId="{D440DA52-C1B2-485F-B084-D0323D42425D}" srcOrd="1" destOrd="0" presId="urn:microsoft.com/office/officeart/2005/8/layout/orgChart1"/>
    <dgm:cxn modelId="{515FAE1D-14CA-4CAB-88DA-BC07CEB9AEA1}" type="presParOf" srcId="{89007194-2F1D-4491-AD06-B2AC68F531F9}" destId="{D20F14D8-D982-42F1-95E0-BF0C79E9F056}" srcOrd="1" destOrd="0" presId="urn:microsoft.com/office/officeart/2005/8/layout/orgChart1"/>
    <dgm:cxn modelId="{2151EB2B-63CE-41AC-9E65-CCBDBFE9A13F}" type="presParOf" srcId="{89007194-2F1D-4491-AD06-B2AC68F531F9}" destId="{815D1E11-4892-468E-BD80-A89240AB51BD}" srcOrd="2" destOrd="0" presId="urn:microsoft.com/office/officeart/2005/8/layout/orgChart1"/>
    <dgm:cxn modelId="{E3676B6F-2607-4BA7-926F-FDB1BD3BEE90}" type="presParOf" srcId="{99CB77D6-317D-49A5-8AA8-371F32FC0F17}" destId="{3A2DE8C5-12BF-4A16-A84E-2DF529919952}" srcOrd="2" destOrd="0" presId="urn:microsoft.com/office/officeart/2005/8/layout/orgChart1"/>
    <dgm:cxn modelId="{8289D574-7105-4C63-A6BF-92F4790400DC}" type="presParOf" srcId="{2AEC4DD6-5A5F-4D7D-AD71-F875ADF28542}" destId="{4A85C0FB-F1CF-4757-BDB7-FBA1FF24CECD}" srcOrd="2" destOrd="0" presId="urn:microsoft.com/office/officeart/2005/8/layout/orgChart1"/>
    <dgm:cxn modelId="{365A677A-F65E-4740-8966-F62C66EC22FE}" type="presParOf" srcId="{2AEC4DD6-5A5F-4D7D-AD71-F875ADF28542}" destId="{F3C6B8A8-CCC6-47D8-BD19-79BDD3AEC54E}" srcOrd="3" destOrd="0" presId="urn:microsoft.com/office/officeart/2005/8/layout/orgChart1"/>
    <dgm:cxn modelId="{18B817B4-877A-4AB4-8815-3F0360A6C31D}" type="presParOf" srcId="{F3C6B8A8-CCC6-47D8-BD19-79BDD3AEC54E}" destId="{746B0D5A-3F49-404B-8F71-9DBE8A00D7D6}" srcOrd="0" destOrd="0" presId="urn:microsoft.com/office/officeart/2005/8/layout/orgChart1"/>
    <dgm:cxn modelId="{6B27C207-22C0-4AEC-A23E-B86380A58B7E}" type="presParOf" srcId="{746B0D5A-3F49-404B-8F71-9DBE8A00D7D6}" destId="{D07149D2-0CC8-4E12-88EB-4783295CDE9D}" srcOrd="0" destOrd="0" presId="urn:microsoft.com/office/officeart/2005/8/layout/orgChart1"/>
    <dgm:cxn modelId="{3E79D7C2-C70E-44E8-A185-C46B124D5487}" type="presParOf" srcId="{746B0D5A-3F49-404B-8F71-9DBE8A00D7D6}" destId="{B2F40D55-5E0B-4814-B3E1-2826852DB9AA}" srcOrd="1" destOrd="0" presId="urn:microsoft.com/office/officeart/2005/8/layout/orgChart1"/>
    <dgm:cxn modelId="{90A73466-3B1C-454E-965A-BD27FDC2F0AC}" type="presParOf" srcId="{F3C6B8A8-CCC6-47D8-BD19-79BDD3AEC54E}" destId="{F712EE16-62E5-4A97-BE5A-D99B23725DB3}" srcOrd="1" destOrd="0" presId="urn:microsoft.com/office/officeart/2005/8/layout/orgChart1"/>
    <dgm:cxn modelId="{E3C0AF2B-0628-4909-9032-C0329E68F299}" type="presParOf" srcId="{F712EE16-62E5-4A97-BE5A-D99B23725DB3}" destId="{A511B8A7-0F13-4EC7-824D-DFDD37ED537E}" srcOrd="0" destOrd="0" presId="urn:microsoft.com/office/officeart/2005/8/layout/orgChart1"/>
    <dgm:cxn modelId="{B0ED7C8C-51E9-4B74-9EB8-9F8B9B081270}" type="presParOf" srcId="{F712EE16-62E5-4A97-BE5A-D99B23725DB3}" destId="{162E085F-0644-43CE-B00A-A87BFB358F61}" srcOrd="1" destOrd="0" presId="urn:microsoft.com/office/officeart/2005/8/layout/orgChart1"/>
    <dgm:cxn modelId="{4FAA0109-C9E2-4672-AFF3-805907ECEEB5}" type="presParOf" srcId="{162E085F-0644-43CE-B00A-A87BFB358F61}" destId="{089210D0-7D48-4A22-8D47-CA01005AF016}" srcOrd="0" destOrd="0" presId="urn:microsoft.com/office/officeart/2005/8/layout/orgChart1"/>
    <dgm:cxn modelId="{DA87DF7B-A44B-4DED-9336-CF7298047D03}" type="presParOf" srcId="{089210D0-7D48-4A22-8D47-CA01005AF016}" destId="{5D5618DA-21B3-42CE-89DF-E85B386EDB00}" srcOrd="0" destOrd="0" presId="urn:microsoft.com/office/officeart/2005/8/layout/orgChart1"/>
    <dgm:cxn modelId="{F70EFE75-5509-499D-A9A9-74794C02330B}" type="presParOf" srcId="{089210D0-7D48-4A22-8D47-CA01005AF016}" destId="{453ACBF7-CC7D-4706-B65C-8C7A775E5592}" srcOrd="1" destOrd="0" presId="urn:microsoft.com/office/officeart/2005/8/layout/orgChart1"/>
    <dgm:cxn modelId="{2D09B9D8-DC92-4F03-9FF4-49A8F22AEEFB}" type="presParOf" srcId="{162E085F-0644-43CE-B00A-A87BFB358F61}" destId="{9315A24F-817F-449A-A4DF-95EF50A60994}" srcOrd="1" destOrd="0" presId="urn:microsoft.com/office/officeart/2005/8/layout/orgChart1"/>
    <dgm:cxn modelId="{81887C52-EA5C-4703-AF2A-F2E6718B3ECF}" type="presParOf" srcId="{162E085F-0644-43CE-B00A-A87BFB358F61}" destId="{5F175693-C711-4362-9E49-00D96FC11CEE}" srcOrd="2" destOrd="0" presId="urn:microsoft.com/office/officeart/2005/8/layout/orgChart1"/>
    <dgm:cxn modelId="{5057AF92-2F11-4578-9D29-9CCAFA7DF475}" type="presParOf" srcId="{F712EE16-62E5-4A97-BE5A-D99B23725DB3}" destId="{759B98C4-CCE1-4456-BDC8-6CBE9F314907}" srcOrd="2" destOrd="0" presId="urn:microsoft.com/office/officeart/2005/8/layout/orgChart1"/>
    <dgm:cxn modelId="{828360E3-079A-4EA3-9103-6151EFAB73B0}" type="presParOf" srcId="{F712EE16-62E5-4A97-BE5A-D99B23725DB3}" destId="{71024F9F-A967-4A7A-9289-DD0E6F235729}" srcOrd="3" destOrd="0" presId="urn:microsoft.com/office/officeart/2005/8/layout/orgChart1"/>
    <dgm:cxn modelId="{CB7C5008-E383-4A75-8487-EBA73E321324}" type="presParOf" srcId="{71024F9F-A967-4A7A-9289-DD0E6F235729}" destId="{16BCC105-B8BE-4ED9-9CBD-D5FD2E0F34A2}" srcOrd="0" destOrd="0" presId="urn:microsoft.com/office/officeart/2005/8/layout/orgChart1"/>
    <dgm:cxn modelId="{5523A9FA-6E08-4C15-AA17-39E674E39675}" type="presParOf" srcId="{16BCC105-B8BE-4ED9-9CBD-D5FD2E0F34A2}" destId="{88B1ABF3-BC10-4A40-B3B4-C13360B940EC}" srcOrd="0" destOrd="0" presId="urn:microsoft.com/office/officeart/2005/8/layout/orgChart1"/>
    <dgm:cxn modelId="{5941AA02-F9B8-44A4-81B6-3343AF3D9C6E}" type="presParOf" srcId="{16BCC105-B8BE-4ED9-9CBD-D5FD2E0F34A2}" destId="{38C60182-12CA-4D29-933C-02888A2D9285}" srcOrd="1" destOrd="0" presId="urn:microsoft.com/office/officeart/2005/8/layout/orgChart1"/>
    <dgm:cxn modelId="{368A04F0-E6FF-4E3E-AB4E-FE6B186F70D6}" type="presParOf" srcId="{71024F9F-A967-4A7A-9289-DD0E6F235729}" destId="{7D084646-F6DC-49DF-9DF0-1544C163C9B5}" srcOrd="1" destOrd="0" presId="urn:microsoft.com/office/officeart/2005/8/layout/orgChart1"/>
    <dgm:cxn modelId="{14CDB586-85D7-4C0B-AFF6-9B27907DFA6F}" type="presParOf" srcId="{71024F9F-A967-4A7A-9289-DD0E6F235729}" destId="{6742295E-B9DF-43C8-B56E-29B722299DBA}" srcOrd="2" destOrd="0" presId="urn:microsoft.com/office/officeart/2005/8/layout/orgChart1"/>
    <dgm:cxn modelId="{A7781B22-FC8E-4BE6-AD32-857590EEF9CA}" type="presParOf" srcId="{F712EE16-62E5-4A97-BE5A-D99B23725DB3}" destId="{67AED7DA-27C7-4B06-BCA6-A93ABA61FBD7}" srcOrd="4" destOrd="0" presId="urn:microsoft.com/office/officeart/2005/8/layout/orgChart1"/>
    <dgm:cxn modelId="{26119155-92CF-4E63-AA01-45ED23D995C2}" type="presParOf" srcId="{F712EE16-62E5-4A97-BE5A-D99B23725DB3}" destId="{96CEDFC2-494D-47FC-90DC-FC35C3683369}" srcOrd="5" destOrd="0" presId="urn:microsoft.com/office/officeart/2005/8/layout/orgChart1"/>
    <dgm:cxn modelId="{2237F284-2311-4576-A56C-0A211648EF26}" type="presParOf" srcId="{96CEDFC2-494D-47FC-90DC-FC35C3683369}" destId="{F918EB36-0FDB-472E-8542-DB610699733B}" srcOrd="0" destOrd="0" presId="urn:microsoft.com/office/officeart/2005/8/layout/orgChart1"/>
    <dgm:cxn modelId="{B2C26B67-92B6-44CA-B97F-45EA01C64663}" type="presParOf" srcId="{F918EB36-0FDB-472E-8542-DB610699733B}" destId="{B898E4CD-539B-42FA-9835-B690414F5E27}" srcOrd="0" destOrd="0" presId="urn:microsoft.com/office/officeart/2005/8/layout/orgChart1"/>
    <dgm:cxn modelId="{10079403-6530-48E4-96D7-22D6019DB8F2}" type="presParOf" srcId="{F918EB36-0FDB-472E-8542-DB610699733B}" destId="{962EADF0-AC1D-43C8-9F47-8EA1092F375A}" srcOrd="1" destOrd="0" presId="urn:microsoft.com/office/officeart/2005/8/layout/orgChart1"/>
    <dgm:cxn modelId="{439E065E-4EC9-486A-BFE4-EA474FCCB8CF}" type="presParOf" srcId="{96CEDFC2-494D-47FC-90DC-FC35C3683369}" destId="{4FF29159-CFAC-4A3C-804F-B4C0FE258487}" srcOrd="1" destOrd="0" presId="urn:microsoft.com/office/officeart/2005/8/layout/orgChart1"/>
    <dgm:cxn modelId="{23560D92-BF43-4CC5-B5FF-2E15DC273999}" type="presParOf" srcId="{96CEDFC2-494D-47FC-90DC-FC35C3683369}" destId="{E3D6B64A-40D5-45C3-A12E-FDEBD3131F9A}" srcOrd="2" destOrd="0" presId="urn:microsoft.com/office/officeart/2005/8/layout/orgChart1"/>
    <dgm:cxn modelId="{87559267-ED7E-4653-B89A-D507D81ECC1A}" type="presParOf" srcId="{F3C6B8A8-CCC6-47D8-BD19-79BDD3AEC54E}" destId="{46EEF50C-8E41-4258-A8C8-B20D1C9A7AA0}" srcOrd="2" destOrd="0" presId="urn:microsoft.com/office/officeart/2005/8/layout/orgChart1"/>
    <dgm:cxn modelId="{36A4B4C1-4373-437D-992B-006F960F2F5A}" type="presParOf" srcId="{5DA44D65-A4F1-4111-9293-6902C30A330A}" destId="{4EAF9743-AE56-42A5-8CBA-EEC768A7F9A2}" srcOrd="2" destOrd="0" presId="urn:microsoft.com/office/officeart/2005/8/layout/orgChart1"/>
    <dgm:cxn modelId="{691D2AC3-4812-4E55-A67F-7FB8B84F1571}" type="presParOf" srcId="{7580980C-EAFB-4DC6-8CD8-F232CF9108D2}" destId="{CB0BB1A8-0DA7-4745-A16B-54CDA471468D}" srcOrd="2" destOrd="0" presId="urn:microsoft.com/office/officeart/2005/8/layout/orgChart1"/>
    <dgm:cxn modelId="{81D4E2FB-F3B9-41C7-96F7-09A991AF5990}" type="presParOf" srcId="{7580980C-EAFB-4DC6-8CD8-F232CF9108D2}" destId="{F2A84513-C85B-42F5-9700-3095031939DF}" srcOrd="3" destOrd="0" presId="urn:microsoft.com/office/officeart/2005/8/layout/orgChart1"/>
    <dgm:cxn modelId="{D6218CA6-C526-4496-BE01-7A704715C878}" type="presParOf" srcId="{F2A84513-C85B-42F5-9700-3095031939DF}" destId="{669C9F01-3F15-40B5-9C41-0843006C02BE}" srcOrd="0" destOrd="0" presId="urn:microsoft.com/office/officeart/2005/8/layout/orgChart1"/>
    <dgm:cxn modelId="{1FF7BC0D-AEF1-48D0-B1C2-4FB4D69EDF05}" type="presParOf" srcId="{669C9F01-3F15-40B5-9C41-0843006C02BE}" destId="{2228BECA-B3AC-4FCA-8F75-9E0A6178048B}" srcOrd="0" destOrd="0" presId="urn:microsoft.com/office/officeart/2005/8/layout/orgChart1"/>
    <dgm:cxn modelId="{0CAC50E4-A346-44C7-AF92-6A52D49A1AAF}" type="presParOf" srcId="{669C9F01-3F15-40B5-9C41-0843006C02BE}" destId="{DF8AF1CE-6997-4170-9A3C-F24E0AFA4408}" srcOrd="1" destOrd="0" presId="urn:microsoft.com/office/officeart/2005/8/layout/orgChart1"/>
    <dgm:cxn modelId="{A0AC2F3C-60BD-4CCB-AD0B-0ADA0711BF79}" type="presParOf" srcId="{F2A84513-C85B-42F5-9700-3095031939DF}" destId="{370A3720-FBFE-47EE-9B60-D95BD4CC7170}" srcOrd="1" destOrd="0" presId="urn:microsoft.com/office/officeart/2005/8/layout/orgChart1"/>
    <dgm:cxn modelId="{E88171E0-4ACA-494E-9D73-6FDD6B523E81}" type="presParOf" srcId="{370A3720-FBFE-47EE-9B60-D95BD4CC7170}" destId="{CE0D3069-DA6E-4882-94BB-BFDBE9A406C7}" srcOrd="0" destOrd="0" presId="urn:microsoft.com/office/officeart/2005/8/layout/orgChart1"/>
    <dgm:cxn modelId="{53761C32-6703-4E5F-A2D7-AB4AA2AF1F55}" type="presParOf" srcId="{370A3720-FBFE-47EE-9B60-D95BD4CC7170}" destId="{198DD225-BA67-40FD-89CC-9B67052C972D}" srcOrd="1" destOrd="0" presId="urn:microsoft.com/office/officeart/2005/8/layout/orgChart1"/>
    <dgm:cxn modelId="{CBACA4F2-5635-4BEB-B851-A3D42784A29E}" type="presParOf" srcId="{198DD225-BA67-40FD-89CC-9B67052C972D}" destId="{A323A72A-BBCD-416D-B637-073FBD357AB6}" srcOrd="0" destOrd="0" presId="urn:microsoft.com/office/officeart/2005/8/layout/orgChart1"/>
    <dgm:cxn modelId="{C1A62030-EE0F-49DA-B0FC-8816AC3C6E6F}" type="presParOf" srcId="{A323A72A-BBCD-416D-B637-073FBD357AB6}" destId="{B7B84F3E-5465-44B5-B182-09DF80890BA5}" srcOrd="0" destOrd="0" presId="urn:microsoft.com/office/officeart/2005/8/layout/orgChart1"/>
    <dgm:cxn modelId="{088EDA61-6CEA-4F29-A98F-63148A180A01}" type="presParOf" srcId="{A323A72A-BBCD-416D-B637-073FBD357AB6}" destId="{1EA8FA67-B6B9-4B7F-9A6D-6F60F797E704}" srcOrd="1" destOrd="0" presId="urn:microsoft.com/office/officeart/2005/8/layout/orgChart1"/>
    <dgm:cxn modelId="{1AEDC7BA-6A0B-4FCB-9FD2-982FFA76C57D}" type="presParOf" srcId="{198DD225-BA67-40FD-89CC-9B67052C972D}" destId="{5D88AB12-0081-4EF4-9507-8CA9F212B6DF}" srcOrd="1" destOrd="0" presId="urn:microsoft.com/office/officeart/2005/8/layout/orgChart1"/>
    <dgm:cxn modelId="{B87C35DE-59B2-40FD-8FD3-16FD193B9735}" type="presParOf" srcId="{5D88AB12-0081-4EF4-9507-8CA9F212B6DF}" destId="{A09F3512-295A-4B4F-906B-423DB21DDC35}" srcOrd="0" destOrd="0" presId="urn:microsoft.com/office/officeart/2005/8/layout/orgChart1"/>
    <dgm:cxn modelId="{E1891B9E-7E4D-4E52-98DC-D157412F112C}" type="presParOf" srcId="{5D88AB12-0081-4EF4-9507-8CA9F212B6DF}" destId="{D2FA4BF9-41B1-4C26-984F-69814E60CFEF}" srcOrd="1" destOrd="0" presId="urn:microsoft.com/office/officeart/2005/8/layout/orgChart1"/>
    <dgm:cxn modelId="{70CBCB0F-432F-4F1B-BE36-E7083809A260}" type="presParOf" srcId="{D2FA4BF9-41B1-4C26-984F-69814E60CFEF}" destId="{B872BF79-52C6-4B34-8610-160EB6880B29}" srcOrd="0" destOrd="0" presId="urn:microsoft.com/office/officeart/2005/8/layout/orgChart1"/>
    <dgm:cxn modelId="{8D28E388-8FC2-44AA-B061-15B61531033C}" type="presParOf" srcId="{B872BF79-52C6-4B34-8610-160EB6880B29}" destId="{D27CDC1B-3056-49B1-B9DF-A0A40E2F836B}" srcOrd="0" destOrd="0" presId="urn:microsoft.com/office/officeart/2005/8/layout/orgChart1"/>
    <dgm:cxn modelId="{AB53B0E5-F323-4EB2-B941-25492048AB0F}" type="presParOf" srcId="{B872BF79-52C6-4B34-8610-160EB6880B29}" destId="{43D418AF-E9F0-4D12-BB4A-E21C8DC92F6C}" srcOrd="1" destOrd="0" presId="urn:microsoft.com/office/officeart/2005/8/layout/orgChart1"/>
    <dgm:cxn modelId="{10357D37-723F-4663-A643-04B4EE3E2ED1}" type="presParOf" srcId="{D2FA4BF9-41B1-4C26-984F-69814E60CFEF}" destId="{79840BF7-8301-4649-86E2-D1952E9D6E5B}" srcOrd="1" destOrd="0" presId="urn:microsoft.com/office/officeart/2005/8/layout/orgChart1"/>
    <dgm:cxn modelId="{900BA5C6-66D4-4F44-B52F-9C4E0B764651}" type="presParOf" srcId="{D2FA4BF9-41B1-4C26-984F-69814E60CFEF}" destId="{95F14B88-AE84-48B1-A0A5-02F5A417E2B9}" srcOrd="2" destOrd="0" presId="urn:microsoft.com/office/officeart/2005/8/layout/orgChart1"/>
    <dgm:cxn modelId="{705622F9-2425-424A-AD6F-073691C28F0B}" type="presParOf" srcId="{5D88AB12-0081-4EF4-9507-8CA9F212B6DF}" destId="{60A73918-E17E-4C84-8747-D0F35CE703DC}" srcOrd="2" destOrd="0" presId="urn:microsoft.com/office/officeart/2005/8/layout/orgChart1"/>
    <dgm:cxn modelId="{1E03A540-2E6D-4F84-9CCE-EDF15853885F}" type="presParOf" srcId="{5D88AB12-0081-4EF4-9507-8CA9F212B6DF}" destId="{0280E1D2-075B-4F17-BE6F-2BA843182C96}" srcOrd="3" destOrd="0" presId="urn:microsoft.com/office/officeart/2005/8/layout/orgChart1"/>
    <dgm:cxn modelId="{23EB45BC-DC9E-4F40-874F-08C7840CFE97}" type="presParOf" srcId="{0280E1D2-075B-4F17-BE6F-2BA843182C96}" destId="{9BD4ACE3-1A9F-4E12-940D-A76991519E55}" srcOrd="0" destOrd="0" presId="urn:microsoft.com/office/officeart/2005/8/layout/orgChart1"/>
    <dgm:cxn modelId="{C63F2935-CEA8-4E21-9030-2C95B00B2297}" type="presParOf" srcId="{9BD4ACE3-1A9F-4E12-940D-A76991519E55}" destId="{7B53DD2F-DB77-4FB9-9CBA-11A5DDF238E0}" srcOrd="0" destOrd="0" presId="urn:microsoft.com/office/officeart/2005/8/layout/orgChart1"/>
    <dgm:cxn modelId="{F35A5102-0796-4770-94F4-020F584422FB}" type="presParOf" srcId="{9BD4ACE3-1A9F-4E12-940D-A76991519E55}" destId="{7A32552E-4DAB-4B22-9D87-A3F56F1C02C4}" srcOrd="1" destOrd="0" presId="urn:microsoft.com/office/officeart/2005/8/layout/orgChart1"/>
    <dgm:cxn modelId="{CF2D18F1-F87C-44C1-96CB-B1A306261207}" type="presParOf" srcId="{0280E1D2-075B-4F17-BE6F-2BA843182C96}" destId="{0E3BAC8F-1271-4956-8BE8-EE32DB6ED58F}" srcOrd="1" destOrd="0" presId="urn:microsoft.com/office/officeart/2005/8/layout/orgChart1"/>
    <dgm:cxn modelId="{A288CDF7-246A-4042-AE08-B1C39294116F}" type="presParOf" srcId="{0280E1D2-075B-4F17-BE6F-2BA843182C96}" destId="{93587ACB-0365-4723-80D0-DE1AA2A551C4}" srcOrd="2" destOrd="0" presId="urn:microsoft.com/office/officeart/2005/8/layout/orgChart1"/>
    <dgm:cxn modelId="{723BA768-7F6C-4C89-AB5A-363182A2BE38}" type="presParOf" srcId="{5D88AB12-0081-4EF4-9507-8CA9F212B6DF}" destId="{770C90B1-4A21-42B6-8706-D1FFC456F841}" srcOrd="4" destOrd="0" presId="urn:microsoft.com/office/officeart/2005/8/layout/orgChart1"/>
    <dgm:cxn modelId="{84C5FEB9-D7D2-4289-858E-7442F33EC98B}" type="presParOf" srcId="{5D88AB12-0081-4EF4-9507-8CA9F212B6DF}" destId="{1EBC0329-50B4-4257-947D-B8366FC36711}" srcOrd="5" destOrd="0" presId="urn:microsoft.com/office/officeart/2005/8/layout/orgChart1"/>
    <dgm:cxn modelId="{DCC182DB-8F33-445E-929D-FBEAFA208F20}" type="presParOf" srcId="{1EBC0329-50B4-4257-947D-B8366FC36711}" destId="{E1830850-4940-48B2-8134-F3CF0DEA8F59}" srcOrd="0" destOrd="0" presId="urn:microsoft.com/office/officeart/2005/8/layout/orgChart1"/>
    <dgm:cxn modelId="{82E855E5-15DE-4337-9632-24DF6F77FD45}" type="presParOf" srcId="{E1830850-4940-48B2-8134-F3CF0DEA8F59}" destId="{964D65E4-733E-435A-A2F9-984F64520C57}" srcOrd="0" destOrd="0" presId="urn:microsoft.com/office/officeart/2005/8/layout/orgChart1"/>
    <dgm:cxn modelId="{A434D7FA-B8D5-4DF4-83DC-001A1DCD8F8E}" type="presParOf" srcId="{E1830850-4940-48B2-8134-F3CF0DEA8F59}" destId="{0BA4D32D-A0CA-4E67-8256-2DEED2F38ACE}" srcOrd="1" destOrd="0" presId="urn:microsoft.com/office/officeart/2005/8/layout/orgChart1"/>
    <dgm:cxn modelId="{861C4BA2-DCD1-47EA-83A3-3808A46B5B37}" type="presParOf" srcId="{1EBC0329-50B4-4257-947D-B8366FC36711}" destId="{E266B9AB-9221-47C5-BC36-7260248B1699}" srcOrd="1" destOrd="0" presId="urn:microsoft.com/office/officeart/2005/8/layout/orgChart1"/>
    <dgm:cxn modelId="{BD20A2A1-C61C-4836-84A3-24807E4C686F}" type="presParOf" srcId="{1EBC0329-50B4-4257-947D-B8366FC36711}" destId="{2BBDBA6F-562B-482C-89E9-C404FF737919}" srcOrd="2" destOrd="0" presId="urn:microsoft.com/office/officeart/2005/8/layout/orgChart1"/>
    <dgm:cxn modelId="{7888633A-9032-46AC-8344-0D8B7E8F5331}" type="presParOf" srcId="{5D88AB12-0081-4EF4-9507-8CA9F212B6DF}" destId="{BAEEF4E8-1A13-4C5D-A495-736D04FEB65A}" srcOrd="6" destOrd="0" presId="urn:microsoft.com/office/officeart/2005/8/layout/orgChart1"/>
    <dgm:cxn modelId="{F6A34A46-5601-4298-B839-DFF93EF4206A}" type="presParOf" srcId="{5D88AB12-0081-4EF4-9507-8CA9F212B6DF}" destId="{6D712A33-CE26-452E-B2E3-2A9DA5C1C2A3}" srcOrd="7" destOrd="0" presId="urn:microsoft.com/office/officeart/2005/8/layout/orgChart1"/>
    <dgm:cxn modelId="{7A748E93-3792-4799-910B-A8030E1B2D23}" type="presParOf" srcId="{6D712A33-CE26-452E-B2E3-2A9DA5C1C2A3}" destId="{CD1DDD47-B4D4-4028-A955-828643DA3AB1}" srcOrd="0" destOrd="0" presId="urn:microsoft.com/office/officeart/2005/8/layout/orgChart1"/>
    <dgm:cxn modelId="{6529CB5C-627D-4064-B874-04D8215DD1A8}" type="presParOf" srcId="{CD1DDD47-B4D4-4028-A955-828643DA3AB1}" destId="{2A5C9F0B-E215-4249-AA13-F064DDD0D3EA}" srcOrd="0" destOrd="0" presId="urn:microsoft.com/office/officeart/2005/8/layout/orgChart1"/>
    <dgm:cxn modelId="{62CAF333-EA59-47FF-9D0A-18F84D065EB7}" type="presParOf" srcId="{CD1DDD47-B4D4-4028-A955-828643DA3AB1}" destId="{83BB6835-9588-4BFC-80A6-A81960A58E0E}" srcOrd="1" destOrd="0" presId="urn:microsoft.com/office/officeart/2005/8/layout/orgChart1"/>
    <dgm:cxn modelId="{4FFE2C6C-98B0-49D4-BF43-4DBBCF5E5A9E}" type="presParOf" srcId="{6D712A33-CE26-452E-B2E3-2A9DA5C1C2A3}" destId="{F9630875-ACD7-451F-B8BC-C036CF4561F5}" srcOrd="1" destOrd="0" presId="urn:microsoft.com/office/officeart/2005/8/layout/orgChart1"/>
    <dgm:cxn modelId="{534F0EC1-AB0F-42BA-9676-8656192B95F7}" type="presParOf" srcId="{6D712A33-CE26-452E-B2E3-2A9DA5C1C2A3}" destId="{EA29C697-A7BD-4C67-8271-640E3491C448}" srcOrd="2" destOrd="0" presId="urn:microsoft.com/office/officeart/2005/8/layout/orgChart1"/>
    <dgm:cxn modelId="{2B64B533-1FB7-40D4-A891-9EDECBB697F9}" type="presParOf" srcId="{5D88AB12-0081-4EF4-9507-8CA9F212B6DF}" destId="{08F408F4-B9F4-4302-A224-1EDE01DAFF8B}" srcOrd="8" destOrd="0" presId="urn:microsoft.com/office/officeart/2005/8/layout/orgChart1"/>
    <dgm:cxn modelId="{D4916035-F02D-4F79-B96F-C7366BBE9CBC}" type="presParOf" srcId="{5D88AB12-0081-4EF4-9507-8CA9F212B6DF}" destId="{ABC71E8B-E4A7-41B3-B0F7-464C9627AF47}" srcOrd="9" destOrd="0" presId="urn:microsoft.com/office/officeart/2005/8/layout/orgChart1"/>
    <dgm:cxn modelId="{7C681421-22E4-4CAB-A602-CD497BA1C6B2}" type="presParOf" srcId="{ABC71E8B-E4A7-41B3-B0F7-464C9627AF47}" destId="{226F4A2F-0474-46F0-BBD4-811158604CD6}" srcOrd="0" destOrd="0" presId="urn:microsoft.com/office/officeart/2005/8/layout/orgChart1"/>
    <dgm:cxn modelId="{577EEAA0-86C6-429D-8065-1893D6001401}" type="presParOf" srcId="{226F4A2F-0474-46F0-BBD4-811158604CD6}" destId="{50377EB7-3FCC-4813-AE29-E6DF71E82EDB}" srcOrd="0" destOrd="0" presId="urn:microsoft.com/office/officeart/2005/8/layout/orgChart1"/>
    <dgm:cxn modelId="{940BF850-B8B0-44CE-956A-358E516288E2}" type="presParOf" srcId="{226F4A2F-0474-46F0-BBD4-811158604CD6}" destId="{A92E5EB2-32CC-4ED8-B893-2F4BC0CC706B}" srcOrd="1" destOrd="0" presId="urn:microsoft.com/office/officeart/2005/8/layout/orgChart1"/>
    <dgm:cxn modelId="{3596D1D1-D887-4F52-9879-4F5D1DD2C99B}" type="presParOf" srcId="{ABC71E8B-E4A7-41B3-B0F7-464C9627AF47}" destId="{6FE33FC9-B745-4B5F-B1BB-448119DFA580}" srcOrd="1" destOrd="0" presId="urn:microsoft.com/office/officeart/2005/8/layout/orgChart1"/>
    <dgm:cxn modelId="{8FA0E43E-C314-4E3B-BB64-C4339C5058A6}" type="presParOf" srcId="{ABC71E8B-E4A7-41B3-B0F7-464C9627AF47}" destId="{47848488-1DD9-4ECE-BB59-F2AB6AD9739B}" srcOrd="2" destOrd="0" presId="urn:microsoft.com/office/officeart/2005/8/layout/orgChart1"/>
    <dgm:cxn modelId="{77EFDDDB-0F9C-4782-ACC7-2990B964DA62}" type="presParOf" srcId="{198DD225-BA67-40FD-89CC-9B67052C972D}" destId="{BBBA4962-74B9-4E38-937B-3350DBF8288B}" srcOrd="2" destOrd="0" presId="urn:microsoft.com/office/officeart/2005/8/layout/orgChart1"/>
    <dgm:cxn modelId="{4F7D6D76-4F41-49FF-BA44-8BAB8BAF5766}" type="presParOf" srcId="{370A3720-FBFE-47EE-9B60-D95BD4CC7170}" destId="{AEF4CF33-8780-447D-A590-75C711AC07EE}" srcOrd="2" destOrd="0" presId="urn:microsoft.com/office/officeart/2005/8/layout/orgChart1"/>
    <dgm:cxn modelId="{C2F2B2E0-6857-45E2-8ECD-F99A4FC78038}" type="presParOf" srcId="{370A3720-FBFE-47EE-9B60-D95BD4CC7170}" destId="{454E74D6-1B3B-4ACC-907F-6F58038009C2}" srcOrd="3" destOrd="0" presId="urn:microsoft.com/office/officeart/2005/8/layout/orgChart1"/>
    <dgm:cxn modelId="{381A09BC-99A1-46A8-BDE8-678C9C865428}" type="presParOf" srcId="{454E74D6-1B3B-4ACC-907F-6F58038009C2}" destId="{AE80EEC3-32A0-453E-BD7B-489A497E6E3C}" srcOrd="0" destOrd="0" presId="urn:microsoft.com/office/officeart/2005/8/layout/orgChart1"/>
    <dgm:cxn modelId="{B404816D-E858-4CCB-9870-7168D33551BF}" type="presParOf" srcId="{AE80EEC3-32A0-453E-BD7B-489A497E6E3C}" destId="{2F040CC6-A28E-4A3B-A111-A956BB7A6328}" srcOrd="0" destOrd="0" presId="urn:microsoft.com/office/officeart/2005/8/layout/orgChart1"/>
    <dgm:cxn modelId="{B2BC7F98-D57D-4424-926A-976C8FCBD605}" type="presParOf" srcId="{AE80EEC3-32A0-453E-BD7B-489A497E6E3C}" destId="{57241D0C-EF4A-4008-A754-7940C611F2EF}" srcOrd="1" destOrd="0" presId="urn:microsoft.com/office/officeart/2005/8/layout/orgChart1"/>
    <dgm:cxn modelId="{F002A37E-C9C4-46EC-85B2-0EE393D2EC34}" type="presParOf" srcId="{454E74D6-1B3B-4ACC-907F-6F58038009C2}" destId="{3E416CCD-EE35-4A67-8B76-BB95E98D6ACD}" srcOrd="1" destOrd="0" presId="urn:microsoft.com/office/officeart/2005/8/layout/orgChart1"/>
    <dgm:cxn modelId="{EA915CBC-E72F-4451-8544-53BC47B93BDC}" type="presParOf" srcId="{3E416CCD-EE35-4A67-8B76-BB95E98D6ACD}" destId="{FF8BE88A-D4BC-49E0-BFB1-5CF188292EA0}" srcOrd="0" destOrd="0" presId="urn:microsoft.com/office/officeart/2005/8/layout/orgChart1"/>
    <dgm:cxn modelId="{55C44F07-C149-4CE6-8F52-02D0733481FB}" type="presParOf" srcId="{3E416CCD-EE35-4A67-8B76-BB95E98D6ACD}" destId="{FCDF26C0-8F2E-4F03-8930-C24B93A2ACA3}" srcOrd="1" destOrd="0" presId="urn:microsoft.com/office/officeart/2005/8/layout/orgChart1"/>
    <dgm:cxn modelId="{D3545705-8D4A-411E-A0A7-05E5556696F6}" type="presParOf" srcId="{FCDF26C0-8F2E-4F03-8930-C24B93A2ACA3}" destId="{62551EBF-9BA6-4DC1-AA85-B6FE3E457EA4}" srcOrd="0" destOrd="0" presId="urn:microsoft.com/office/officeart/2005/8/layout/orgChart1"/>
    <dgm:cxn modelId="{1208E4DD-DCB2-4908-86C3-1B244A304817}" type="presParOf" srcId="{62551EBF-9BA6-4DC1-AA85-B6FE3E457EA4}" destId="{C99CCBF9-B38F-418C-9287-1882177C13C6}" srcOrd="0" destOrd="0" presId="urn:microsoft.com/office/officeart/2005/8/layout/orgChart1"/>
    <dgm:cxn modelId="{042BA11E-EB9F-4FCE-9DEB-ACA195B32B02}" type="presParOf" srcId="{62551EBF-9BA6-4DC1-AA85-B6FE3E457EA4}" destId="{F9C50271-15E0-444E-9AE0-2655A78E3F9E}" srcOrd="1" destOrd="0" presId="urn:microsoft.com/office/officeart/2005/8/layout/orgChart1"/>
    <dgm:cxn modelId="{E35DE19C-88BC-4581-A6E3-0EF4AD1F325A}" type="presParOf" srcId="{FCDF26C0-8F2E-4F03-8930-C24B93A2ACA3}" destId="{404D81FF-D965-45D6-A2DF-266173CE690D}" srcOrd="1" destOrd="0" presId="urn:microsoft.com/office/officeart/2005/8/layout/orgChart1"/>
    <dgm:cxn modelId="{C7C10826-AC35-4450-BAD1-FD31ED03B8A0}" type="presParOf" srcId="{FCDF26C0-8F2E-4F03-8930-C24B93A2ACA3}" destId="{1D8A7378-A012-4862-8DC0-0418770779B0}" srcOrd="2" destOrd="0" presId="urn:microsoft.com/office/officeart/2005/8/layout/orgChart1"/>
    <dgm:cxn modelId="{B61574EB-2A91-467F-96A6-6A5230DBF51C}" type="presParOf" srcId="{3E416CCD-EE35-4A67-8B76-BB95E98D6ACD}" destId="{95F8F787-9EDB-4771-A1C4-04F20CD8B5FC}" srcOrd="2" destOrd="0" presId="urn:microsoft.com/office/officeart/2005/8/layout/orgChart1"/>
    <dgm:cxn modelId="{75330D66-F03D-42CC-AAFF-4306697FD3D1}" type="presParOf" srcId="{3E416CCD-EE35-4A67-8B76-BB95E98D6ACD}" destId="{4BCD5D62-5798-4F26-A661-8B01B0A34F53}" srcOrd="3" destOrd="0" presId="urn:microsoft.com/office/officeart/2005/8/layout/orgChart1"/>
    <dgm:cxn modelId="{958B4020-EAFD-481A-BA4D-57E3CD150B85}" type="presParOf" srcId="{4BCD5D62-5798-4F26-A661-8B01B0A34F53}" destId="{DC70FBF4-76EA-4CCD-A053-935941A1F4A4}" srcOrd="0" destOrd="0" presId="urn:microsoft.com/office/officeart/2005/8/layout/orgChart1"/>
    <dgm:cxn modelId="{FCD5E2C9-7D33-4BD3-A55D-A1D2E8BEEB23}" type="presParOf" srcId="{DC70FBF4-76EA-4CCD-A053-935941A1F4A4}" destId="{17FAA371-D083-4C80-9844-22D908E242E2}" srcOrd="0" destOrd="0" presId="urn:microsoft.com/office/officeart/2005/8/layout/orgChart1"/>
    <dgm:cxn modelId="{D8AB0AE0-0520-4416-970D-BBB5CFCFDA1F}" type="presParOf" srcId="{DC70FBF4-76EA-4CCD-A053-935941A1F4A4}" destId="{1BF1F4ED-4D7C-463D-B044-A05BB7C9913C}" srcOrd="1" destOrd="0" presId="urn:microsoft.com/office/officeart/2005/8/layout/orgChart1"/>
    <dgm:cxn modelId="{367EB82F-B5BA-4098-B50E-A12234EE3263}" type="presParOf" srcId="{4BCD5D62-5798-4F26-A661-8B01B0A34F53}" destId="{0C6F57BF-FE72-4EAE-B826-7CC04EF8D5DB}" srcOrd="1" destOrd="0" presId="urn:microsoft.com/office/officeart/2005/8/layout/orgChart1"/>
    <dgm:cxn modelId="{1A48A2DA-E19D-4FF2-9A7A-8A547D7CA1B9}" type="presParOf" srcId="{4BCD5D62-5798-4F26-A661-8B01B0A34F53}" destId="{17D431A6-23DA-46A1-A4FD-91901591E397}" srcOrd="2" destOrd="0" presId="urn:microsoft.com/office/officeart/2005/8/layout/orgChart1"/>
    <dgm:cxn modelId="{242A75A0-86C9-4E23-9900-D0BDF46AC1EB}" type="presParOf" srcId="{3E416CCD-EE35-4A67-8B76-BB95E98D6ACD}" destId="{CF133A77-39D9-4841-8498-A04FFFD7C40A}" srcOrd="4" destOrd="0" presId="urn:microsoft.com/office/officeart/2005/8/layout/orgChart1"/>
    <dgm:cxn modelId="{E4C96A81-D434-4F3A-A93B-3ACEF39993EE}" type="presParOf" srcId="{3E416CCD-EE35-4A67-8B76-BB95E98D6ACD}" destId="{8E7CEA1A-7904-4F1F-BCAC-C0BDD8439E44}" srcOrd="5" destOrd="0" presId="urn:microsoft.com/office/officeart/2005/8/layout/orgChart1"/>
    <dgm:cxn modelId="{29B1694D-9F1D-481B-9D24-DF58BAC97740}" type="presParOf" srcId="{8E7CEA1A-7904-4F1F-BCAC-C0BDD8439E44}" destId="{865F07B8-1557-4310-A96F-A20CB55A16B4}" srcOrd="0" destOrd="0" presId="urn:microsoft.com/office/officeart/2005/8/layout/orgChart1"/>
    <dgm:cxn modelId="{507954ED-8865-4968-B5B7-C744162BF050}" type="presParOf" srcId="{865F07B8-1557-4310-A96F-A20CB55A16B4}" destId="{E2541DC1-11A7-44E3-8BC2-97B6E53AC366}" srcOrd="0" destOrd="0" presId="urn:microsoft.com/office/officeart/2005/8/layout/orgChart1"/>
    <dgm:cxn modelId="{CA8002FB-E563-43BF-8B35-52920B1E98E4}" type="presParOf" srcId="{865F07B8-1557-4310-A96F-A20CB55A16B4}" destId="{A26B274E-4365-4285-91A6-54BD8BFE0E4D}" srcOrd="1" destOrd="0" presId="urn:microsoft.com/office/officeart/2005/8/layout/orgChart1"/>
    <dgm:cxn modelId="{055A08B3-0D69-4FCE-A9E2-9E8DF9A63444}" type="presParOf" srcId="{8E7CEA1A-7904-4F1F-BCAC-C0BDD8439E44}" destId="{D106F764-4830-4D9A-957A-7F5ECACA28DE}" srcOrd="1" destOrd="0" presId="urn:microsoft.com/office/officeart/2005/8/layout/orgChart1"/>
    <dgm:cxn modelId="{5890B603-D862-4870-B236-D89C37584887}" type="presParOf" srcId="{8E7CEA1A-7904-4F1F-BCAC-C0BDD8439E44}" destId="{2FD8BBC7-462F-483F-B7F4-CF74F3445F64}" srcOrd="2" destOrd="0" presId="urn:microsoft.com/office/officeart/2005/8/layout/orgChart1"/>
    <dgm:cxn modelId="{993CB1E6-8B39-48C3-851F-6046188D52B0}" type="presParOf" srcId="{3E416CCD-EE35-4A67-8B76-BB95E98D6ACD}" destId="{76236C39-C745-48B1-89FE-2E5F62F6DF4E}" srcOrd="6" destOrd="0" presId="urn:microsoft.com/office/officeart/2005/8/layout/orgChart1"/>
    <dgm:cxn modelId="{B63F7F7E-3F4E-42DB-B1B9-51B8895AB2CF}" type="presParOf" srcId="{3E416CCD-EE35-4A67-8B76-BB95E98D6ACD}" destId="{23E81F3E-E8D9-4A07-B8F7-1B8C1DF5F23E}" srcOrd="7" destOrd="0" presId="urn:microsoft.com/office/officeart/2005/8/layout/orgChart1"/>
    <dgm:cxn modelId="{9226805B-B33D-4C38-891E-16D2FF784727}" type="presParOf" srcId="{23E81F3E-E8D9-4A07-B8F7-1B8C1DF5F23E}" destId="{96BE5633-A7FA-4FC5-8267-2B154255ACF3}" srcOrd="0" destOrd="0" presId="urn:microsoft.com/office/officeart/2005/8/layout/orgChart1"/>
    <dgm:cxn modelId="{4E19B89F-F7C8-4BF4-A0CF-98E12E1BC271}" type="presParOf" srcId="{96BE5633-A7FA-4FC5-8267-2B154255ACF3}" destId="{759EC99A-C901-4CA1-9D4F-245A8848011C}" srcOrd="0" destOrd="0" presId="urn:microsoft.com/office/officeart/2005/8/layout/orgChart1"/>
    <dgm:cxn modelId="{B4C236EE-BF17-4B23-B531-76F5B4E0CE94}" type="presParOf" srcId="{96BE5633-A7FA-4FC5-8267-2B154255ACF3}" destId="{703272E3-3FA7-465D-8645-80F6C89579D5}" srcOrd="1" destOrd="0" presId="urn:microsoft.com/office/officeart/2005/8/layout/orgChart1"/>
    <dgm:cxn modelId="{23E9ED8B-EB82-492C-8907-B4190680B56B}" type="presParOf" srcId="{23E81F3E-E8D9-4A07-B8F7-1B8C1DF5F23E}" destId="{1215CA76-A1F3-4339-84F5-30A513B60191}" srcOrd="1" destOrd="0" presId="urn:microsoft.com/office/officeart/2005/8/layout/orgChart1"/>
    <dgm:cxn modelId="{980589E0-B55B-4463-8122-A8B4FC2C87CE}" type="presParOf" srcId="{23E81F3E-E8D9-4A07-B8F7-1B8C1DF5F23E}" destId="{6915A008-41D1-4042-B5B7-B4E7C3916A66}" srcOrd="2" destOrd="0" presId="urn:microsoft.com/office/officeart/2005/8/layout/orgChart1"/>
    <dgm:cxn modelId="{730A7A40-931C-4B5A-BA40-F92BB34DF593}" type="presParOf" srcId="{3E416CCD-EE35-4A67-8B76-BB95E98D6ACD}" destId="{E3A4F46C-BDE5-43F7-86E1-3A09CF8935CF}" srcOrd="8" destOrd="0" presId="urn:microsoft.com/office/officeart/2005/8/layout/orgChart1"/>
    <dgm:cxn modelId="{40E0D5FC-9BF0-498D-8E74-F631CFDCA759}" type="presParOf" srcId="{3E416CCD-EE35-4A67-8B76-BB95E98D6ACD}" destId="{160542E3-DE3B-452D-982C-51CE11222669}" srcOrd="9" destOrd="0" presId="urn:microsoft.com/office/officeart/2005/8/layout/orgChart1"/>
    <dgm:cxn modelId="{038D8B0B-2404-456C-96FF-70D7586E9E83}" type="presParOf" srcId="{160542E3-DE3B-452D-982C-51CE11222669}" destId="{DADD54A5-0241-4BF8-B9CC-EC6900527C73}" srcOrd="0" destOrd="0" presId="urn:microsoft.com/office/officeart/2005/8/layout/orgChart1"/>
    <dgm:cxn modelId="{158DF824-B91F-4853-BFA3-5FC1536C44C5}" type="presParOf" srcId="{DADD54A5-0241-4BF8-B9CC-EC6900527C73}" destId="{82E8B599-D671-4030-85F9-27BD54D9E4E2}" srcOrd="0" destOrd="0" presId="urn:microsoft.com/office/officeart/2005/8/layout/orgChart1"/>
    <dgm:cxn modelId="{F4ACDAF7-1529-494F-A798-BD2DBA8D8F76}" type="presParOf" srcId="{DADD54A5-0241-4BF8-B9CC-EC6900527C73}" destId="{09A2A755-B2EA-4402-AB90-038E04A3F82F}" srcOrd="1" destOrd="0" presId="urn:microsoft.com/office/officeart/2005/8/layout/orgChart1"/>
    <dgm:cxn modelId="{DB3EE055-F3A0-45DB-9670-06A90AA001D5}" type="presParOf" srcId="{160542E3-DE3B-452D-982C-51CE11222669}" destId="{871C43CC-601F-4982-8278-083A67120F19}" srcOrd="1" destOrd="0" presId="urn:microsoft.com/office/officeart/2005/8/layout/orgChart1"/>
    <dgm:cxn modelId="{F54AAB65-E543-4D66-801D-8F814EACAAF9}" type="presParOf" srcId="{160542E3-DE3B-452D-982C-51CE11222669}" destId="{682C593E-0F7D-495B-BD5F-5BE812C2DF69}" srcOrd="2" destOrd="0" presId="urn:microsoft.com/office/officeart/2005/8/layout/orgChart1"/>
    <dgm:cxn modelId="{153DF0F2-68E3-46E9-A946-489886A42C69}" type="presParOf" srcId="{454E74D6-1B3B-4ACC-907F-6F58038009C2}" destId="{A1D9E706-9F2D-44C5-ABEF-435328FD67F2}" srcOrd="2" destOrd="0" presId="urn:microsoft.com/office/officeart/2005/8/layout/orgChart1"/>
    <dgm:cxn modelId="{5D52D55A-489A-423D-9BC0-AD8F83C36F72}" type="presParOf" srcId="{370A3720-FBFE-47EE-9B60-D95BD4CC7170}" destId="{B8A6A5F9-4597-4640-A36A-465CA19D395A}" srcOrd="4" destOrd="0" presId="urn:microsoft.com/office/officeart/2005/8/layout/orgChart1"/>
    <dgm:cxn modelId="{7D7B7D3C-A348-4872-B004-8FFD6F0FB2BE}" type="presParOf" srcId="{370A3720-FBFE-47EE-9B60-D95BD4CC7170}" destId="{F15C663E-556E-402C-B2C9-5A35F55E02E7}" srcOrd="5" destOrd="0" presId="urn:microsoft.com/office/officeart/2005/8/layout/orgChart1"/>
    <dgm:cxn modelId="{F89D6F18-680A-4F68-9FA1-887BE0608CCF}" type="presParOf" srcId="{F15C663E-556E-402C-B2C9-5A35F55E02E7}" destId="{7BFC6380-B22B-4729-BF5D-1BA71D4608CA}" srcOrd="0" destOrd="0" presId="urn:microsoft.com/office/officeart/2005/8/layout/orgChart1"/>
    <dgm:cxn modelId="{5441F5C5-0137-4754-B50A-044F15BB666B}" type="presParOf" srcId="{7BFC6380-B22B-4729-BF5D-1BA71D4608CA}" destId="{CA9F2444-962F-40AC-98FA-BEBE8F0995AF}" srcOrd="0" destOrd="0" presId="urn:microsoft.com/office/officeart/2005/8/layout/orgChart1"/>
    <dgm:cxn modelId="{E20E5A93-68C6-4C49-BE81-3DB32631ED98}" type="presParOf" srcId="{7BFC6380-B22B-4729-BF5D-1BA71D4608CA}" destId="{2FBA56ED-9250-432D-8CAB-1D1A350FD829}" srcOrd="1" destOrd="0" presId="urn:microsoft.com/office/officeart/2005/8/layout/orgChart1"/>
    <dgm:cxn modelId="{246080C6-2616-4A78-9526-46CA6563DF5D}" type="presParOf" srcId="{F15C663E-556E-402C-B2C9-5A35F55E02E7}" destId="{9AE268FB-3BC5-468A-BDCE-ACA3F86D870C}" srcOrd="1" destOrd="0" presId="urn:microsoft.com/office/officeart/2005/8/layout/orgChart1"/>
    <dgm:cxn modelId="{A2F13CF4-5615-4936-AD25-2EC949EF6FFB}" type="presParOf" srcId="{9AE268FB-3BC5-468A-BDCE-ACA3F86D870C}" destId="{21C1B410-4AC4-42CD-BE95-0C15275AE047}" srcOrd="0" destOrd="0" presId="urn:microsoft.com/office/officeart/2005/8/layout/orgChart1"/>
    <dgm:cxn modelId="{27BA5609-A2E7-4753-B373-33BD3A541A9B}" type="presParOf" srcId="{9AE268FB-3BC5-468A-BDCE-ACA3F86D870C}" destId="{21D17F5E-0931-4412-93A3-8210CA0E452A}" srcOrd="1" destOrd="0" presId="urn:microsoft.com/office/officeart/2005/8/layout/orgChart1"/>
    <dgm:cxn modelId="{30344602-C0AC-42AF-9CF9-CA090171F4F1}" type="presParOf" srcId="{21D17F5E-0931-4412-93A3-8210CA0E452A}" destId="{47CCE7F4-4E7D-4B87-9D8B-94246D998376}" srcOrd="0" destOrd="0" presId="urn:microsoft.com/office/officeart/2005/8/layout/orgChart1"/>
    <dgm:cxn modelId="{8801E4FF-2F1A-47A4-B51F-BA418EFEBF25}" type="presParOf" srcId="{47CCE7F4-4E7D-4B87-9D8B-94246D998376}" destId="{15408AD9-59B5-45B4-A38E-4B5DD02591DB}" srcOrd="0" destOrd="0" presId="urn:microsoft.com/office/officeart/2005/8/layout/orgChart1"/>
    <dgm:cxn modelId="{782F008D-2B86-4361-9DC5-5B476E1F4758}" type="presParOf" srcId="{47CCE7F4-4E7D-4B87-9D8B-94246D998376}" destId="{5D8A09DF-7264-409F-B6E9-C69BA4D2049E}" srcOrd="1" destOrd="0" presId="urn:microsoft.com/office/officeart/2005/8/layout/orgChart1"/>
    <dgm:cxn modelId="{3E17B70E-913C-4A6C-87A7-B82D405F89C4}" type="presParOf" srcId="{21D17F5E-0931-4412-93A3-8210CA0E452A}" destId="{8B206B6C-E761-4AC9-9B41-C3923888937B}" srcOrd="1" destOrd="0" presId="urn:microsoft.com/office/officeart/2005/8/layout/orgChart1"/>
    <dgm:cxn modelId="{7D1A8CE7-79FB-4568-9779-700CDC4AFA40}" type="presParOf" srcId="{21D17F5E-0931-4412-93A3-8210CA0E452A}" destId="{DB80AAE1-F73B-4E70-ACFE-C4E37ABAA0F7}" srcOrd="2" destOrd="0" presId="urn:microsoft.com/office/officeart/2005/8/layout/orgChart1"/>
    <dgm:cxn modelId="{D6021849-E7FD-4EB5-84ED-CDC0AE1B763E}" type="presParOf" srcId="{9AE268FB-3BC5-468A-BDCE-ACA3F86D870C}" destId="{FC8CD96F-BC4F-4207-85F0-5480439E9742}" srcOrd="2" destOrd="0" presId="urn:microsoft.com/office/officeart/2005/8/layout/orgChart1"/>
    <dgm:cxn modelId="{A9B69988-DBAB-452E-B3AE-FB8FE59962B6}" type="presParOf" srcId="{9AE268FB-3BC5-468A-BDCE-ACA3F86D870C}" destId="{1285FC4E-B30E-4DD4-BAC3-9448317E09BA}" srcOrd="3" destOrd="0" presId="urn:microsoft.com/office/officeart/2005/8/layout/orgChart1"/>
    <dgm:cxn modelId="{35FA612C-7F9B-4D7D-B67D-27C5D1B6F620}" type="presParOf" srcId="{1285FC4E-B30E-4DD4-BAC3-9448317E09BA}" destId="{9207612B-D9BC-4B19-9216-5CB3E68A148F}" srcOrd="0" destOrd="0" presId="urn:microsoft.com/office/officeart/2005/8/layout/orgChart1"/>
    <dgm:cxn modelId="{FFA71245-671E-4EF1-8CD1-B08D6C3C841F}" type="presParOf" srcId="{9207612B-D9BC-4B19-9216-5CB3E68A148F}" destId="{F92CE8A7-A453-4780-947A-0E291FD212E8}" srcOrd="0" destOrd="0" presId="urn:microsoft.com/office/officeart/2005/8/layout/orgChart1"/>
    <dgm:cxn modelId="{8CA2AC16-0981-41FD-B1B1-9F20017A017D}" type="presParOf" srcId="{9207612B-D9BC-4B19-9216-5CB3E68A148F}" destId="{5992E5C7-C487-4CD9-BC62-FAA9ACF6C681}" srcOrd="1" destOrd="0" presId="urn:microsoft.com/office/officeart/2005/8/layout/orgChart1"/>
    <dgm:cxn modelId="{44D05C7C-3D1E-432E-8856-FE87A39CFBD2}" type="presParOf" srcId="{1285FC4E-B30E-4DD4-BAC3-9448317E09BA}" destId="{0FC1DE4F-B847-45EA-846E-E6F1493EF112}" srcOrd="1" destOrd="0" presId="urn:microsoft.com/office/officeart/2005/8/layout/orgChart1"/>
    <dgm:cxn modelId="{FF282D8A-7E4B-439C-8483-045217C9E544}" type="presParOf" srcId="{1285FC4E-B30E-4DD4-BAC3-9448317E09BA}" destId="{411B0CCF-0771-4607-AE2A-986A9452970C}" srcOrd="2" destOrd="0" presId="urn:microsoft.com/office/officeart/2005/8/layout/orgChart1"/>
    <dgm:cxn modelId="{3335956C-4826-42BF-ACF0-E3356D01C445}" type="presParOf" srcId="{9AE268FB-3BC5-468A-BDCE-ACA3F86D870C}" destId="{05C4C844-BE07-41C0-8C4B-4CD2ABC9A0ED}" srcOrd="4" destOrd="0" presId="urn:microsoft.com/office/officeart/2005/8/layout/orgChart1"/>
    <dgm:cxn modelId="{D845E415-3A79-45C1-9C06-55735BA4987D}" type="presParOf" srcId="{9AE268FB-3BC5-468A-BDCE-ACA3F86D870C}" destId="{692D0E0D-C391-4200-A5E1-37915802E48A}" srcOrd="5" destOrd="0" presId="urn:microsoft.com/office/officeart/2005/8/layout/orgChart1"/>
    <dgm:cxn modelId="{8D7200B0-EC43-4B90-9D0E-AE967079BC84}" type="presParOf" srcId="{692D0E0D-C391-4200-A5E1-37915802E48A}" destId="{93E5BB4C-8527-40D3-BCEF-C58E7B5C8B1F}" srcOrd="0" destOrd="0" presId="urn:microsoft.com/office/officeart/2005/8/layout/orgChart1"/>
    <dgm:cxn modelId="{31BCBDA1-34F9-4CC6-A889-17730A6CDF2E}" type="presParOf" srcId="{93E5BB4C-8527-40D3-BCEF-C58E7B5C8B1F}" destId="{65355A6A-1DB1-460A-8736-78A3BC6C9905}" srcOrd="0" destOrd="0" presId="urn:microsoft.com/office/officeart/2005/8/layout/orgChart1"/>
    <dgm:cxn modelId="{D9FFCBB4-5D82-4E71-8D07-D3E7AA396EE5}" type="presParOf" srcId="{93E5BB4C-8527-40D3-BCEF-C58E7B5C8B1F}" destId="{93B472B0-B6B3-44DE-9A16-CC7468E800FD}" srcOrd="1" destOrd="0" presId="urn:microsoft.com/office/officeart/2005/8/layout/orgChart1"/>
    <dgm:cxn modelId="{3F6F4A08-D761-47FC-9F37-2DB69CD2E896}" type="presParOf" srcId="{692D0E0D-C391-4200-A5E1-37915802E48A}" destId="{04B15944-BB60-495A-998B-2C53BD3D90B2}" srcOrd="1" destOrd="0" presId="urn:microsoft.com/office/officeart/2005/8/layout/orgChart1"/>
    <dgm:cxn modelId="{D60F7456-CF52-438E-B921-9010C336F51B}" type="presParOf" srcId="{692D0E0D-C391-4200-A5E1-37915802E48A}" destId="{52ACC188-FEE3-4300-8AB1-9AB486FF4F4D}" srcOrd="2" destOrd="0" presId="urn:microsoft.com/office/officeart/2005/8/layout/orgChart1"/>
    <dgm:cxn modelId="{9D72C36B-6EE8-4816-A09C-8C5C31745095}" type="presParOf" srcId="{F15C663E-556E-402C-B2C9-5A35F55E02E7}" destId="{378F479B-BC46-4C96-9296-55583058868D}" srcOrd="2" destOrd="0" presId="urn:microsoft.com/office/officeart/2005/8/layout/orgChart1"/>
    <dgm:cxn modelId="{EF5C12C1-BEF6-4449-943E-68E2C660D7AE}" type="presParOf" srcId="{370A3720-FBFE-47EE-9B60-D95BD4CC7170}" destId="{624D83F0-FC14-40DF-A6B7-AF858AC4099B}" srcOrd="6" destOrd="0" presId="urn:microsoft.com/office/officeart/2005/8/layout/orgChart1"/>
    <dgm:cxn modelId="{A14B2AFE-3F89-4D2E-8B9B-C0214DC9F29E}" type="presParOf" srcId="{370A3720-FBFE-47EE-9B60-D95BD4CC7170}" destId="{447821F0-9121-42CD-A092-2D42AFC5A1CA}" srcOrd="7" destOrd="0" presId="urn:microsoft.com/office/officeart/2005/8/layout/orgChart1"/>
    <dgm:cxn modelId="{0F947055-39F8-4C18-A657-021EB761AD6B}" type="presParOf" srcId="{447821F0-9121-42CD-A092-2D42AFC5A1CA}" destId="{B99BB8B0-4003-416E-803E-E0D08DF68D6D}" srcOrd="0" destOrd="0" presId="urn:microsoft.com/office/officeart/2005/8/layout/orgChart1"/>
    <dgm:cxn modelId="{8CCB86D5-F9E8-4D98-A0B3-0AAD5E266161}" type="presParOf" srcId="{B99BB8B0-4003-416E-803E-E0D08DF68D6D}" destId="{F9420853-D282-430A-B71A-6566691C73D3}" srcOrd="0" destOrd="0" presId="urn:microsoft.com/office/officeart/2005/8/layout/orgChart1"/>
    <dgm:cxn modelId="{19EA85C5-A4BF-4CC9-B2DB-F052B9EA1236}" type="presParOf" srcId="{B99BB8B0-4003-416E-803E-E0D08DF68D6D}" destId="{76326254-0197-4A7D-805C-040902C1BFF6}" srcOrd="1" destOrd="0" presId="urn:microsoft.com/office/officeart/2005/8/layout/orgChart1"/>
    <dgm:cxn modelId="{03CF6991-F31A-497B-A0C1-DBCBC8A92F3A}" type="presParOf" srcId="{447821F0-9121-42CD-A092-2D42AFC5A1CA}" destId="{622595CA-43F6-4576-8EB9-E919656531EA}" srcOrd="1" destOrd="0" presId="urn:microsoft.com/office/officeart/2005/8/layout/orgChart1"/>
    <dgm:cxn modelId="{6857D5A7-BCCC-41E2-9CA9-0DB3571C6DD9}" type="presParOf" srcId="{622595CA-43F6-4576-8EB9-E919656531EA}" destId="{91AB1037-9BE5-46E3-A34F-5C5B869DCCE0}" srcOrd="0" destOrd="0" presId="urn:microsoft.com/office/officeart/2005/8/layout/orgChart1"/>
    <dgm:cxn modelId="{093C4B28-B02B-47E4-A116-5AD4BD3CFD68}" type="presParOf" srcId="{622595CA-43F6-4576-8EB9-E919656531EA}" destId="{21DBCB54-1FCA-4A63-A3CB-1B1E55DB1FC8}" srcOrd="1" destOrd="0" presId="urn:microsoft.com/office/officeart/2005/8/layout/orgChart1"/>
    <dgm:cxn modelId="{56AF1C79-D0D3-474D-A4A2-8FB8345E39F2}" type="presParOf" srcId="{21DBCB54-1FCA-4A63-A3CB-1B1E55DB1FC8}" destId="{B29D8AC1-9506-40C9-97FC-543F556F1612}" srcOrd="0" destOrd="0" presId="urn:microsoft.com/office/officeart/2005/8/layout/orgChart1"/>
    <dgm:cxn modelId="{1B661C22-14AD-4C2F-A8B3-728454C3C5FD}" type="presParOf" srcId="{B29D8AC1-9506-40C9-97FC-543F556F1612}" destId="{38DAD60F-5D2D-4E62-83EE-315E4A3496EC}" srcOrd="0" destOrd="0" presId="urn:microsoft.com/office/officeart/2005/8/layout/orgChart1"/>
    <dgm:cxn modelId="{D4B2863E-5176-4A95-BEA5-7A40D6AF8F17}" type="presParOf" srcId="{B29D8AC1-9506-40C9-97FC-543F556F1612}" destId="{ABF7EEFC-C829-4696-AD10-933B4DF3A154}" srcOrd="1" destOrd="0" presId="urn:microsoft.com/office/officeart/2005/8/layout/orgChart1"/>
    <dgm:cxn modelId="{0936BE63-949E-4723-BD7D-D62A5EFE868A}" type="presParOf" srcId="{21DBCB54-1FCA-4A63-A3CB-1B1E55DB1FC8}" destId="{F932709E-60E4-4EF0-A03E-42F90F69B556}" srcOrd="1" destOrd="0" presId="urn:microsoft.com/office/officeart/2005/8/layout/orgChart1"/>
    <dgm:cxn modelId="{CAD75B72-447E-48C6-AF3A-49E15264BF5C}" type="presParOf" srcId="{F932709E-60E4-4EF0-A03E-42F90F69B556}" destId="{28CEB4EF-171F-4F9A-8F4B-E410015DC928}" srcOrd="0" destOrd="0" presId="urn:microsoft.com/office/officeart/2005/8/layout/orgChart1"/>
    <dgm:cxn modelId="{EDC41B43-2A69-4CE1-AED6-94C385DEF5CF}" type="presParOf" srcId="{F932709E-60E4-4EF0-A03E-42F90F69B556}" destId="{52966F6F-2FF0-40AE-8E4B-74EF94F6DE83}" srcOrd="1" destOrd="0" presId="urn:microsoft.com/office/officeart/2005/8/layout/orgChart1"/>
    <dgm:cxn modelId="{C585D9A7-7C7B-4FBA-B186-3F9EDD9BCD58}" type="presParOf" srcId="{52966F6F-2FF0-40AE-8E4B-74EF94F6DE83}" destId="{ED61F1F8-E81E-47DB-9400-19F31322B0A4}" srcOrd="0" destOrd="0" presId="urn:microsoft.com/office/officeart/2005/8/layout/orgChart1"/>
    <dgm:cxn modelId="{EF7C983C-ECF9-4112-9B8A-11539AF75D34}" type="presParOf" srcId="{ED61F1F8-E81E-47DB-9400-19F31322B0A4}" destId="{D18E1826-F515-46A8-917E-E9E8699BFA05}" srcOrd="0" destOrd="0" presId="urn:microsoft.com/office/officeart/2005/8/layout/orgChart1"/>
    <dgm:cxn modelId="{B1ECFACA-65A9-41AB-AFDC-7AB11686B627}" type="presParOf" srcId="{ED61F1F8-E81E-47DB-9400-19F31322B0A4}" destId="{776EA10F-EA94-4C3D-9515-C51E905E4212}" srcOrd="1" destOrd="0" presId="urn:microsoft.com/office/officeart/2005/8/layout/orgChart1"/>
    <dgm:cxn modelId="{06F54DF5-7008-4F53-80A2-4778BDA445A6}" type="presParOf" srcId="{52966F6F-2FF0-40AE-8E4B-74EF94F6DE83}" destId="{2AC9BB4E-F8AA-4AA7-B682-DC655F59B727}" srcOrd="1" destOrd="0" presId="urn:microsoft.com/office/officeart/2005/8/layout/orgChart1"/>
    <dgm:cxn modelId="{DF418D3B-C406-4F13-A15A-71A44AD947DF}" type="presParOf" srcId="{52966F6F-2FF0-40AE-8E4B-74EF94F6DE83}" destId="{6C957A07-345F-4DB0-AE41-1C55043D6FBF}" srcOrd="2" destOrd="0" presId="urn:microsoft.com/office/officeart/2005/8/layout/orgChart1"/>
    <dgm:cxn modelId="{7F4608C1-5284-4341-BC37-EBB8C2C56545}" type="presParOf" srcId="{F932709E-60E4-4EF0-A03E-42F90F69B556}" destId="{756E6705-9917-449A-A998-FEE9C23B6BF4}" srcOrd="2" destOrd="0" presId="urn:microsoft.com/office/officeart/2005/8/layout/orgChart1"/>
    <dgm:cxn modelId="{0A31D07A-B046-4DC2-956B-0625D295AAED}" type="presParOf" srcId="{F932709E-60E4-4EF0-A03E-42F90F69B556}" destId="{4C1646C0-B30A-431E-8E76-816B2137023F}" srcOrd="3" destOrd="0" presId="urn:microsoft.com/office/officeart/2005/8/layout/orgChart1"/>
    <dgm:cxn modelId="{AE498021-9BAF-4CFC-8FA3-49F0994EC374}" type="presParOf" srcId="{4C1646C0-B30A-431E-8E76-816B2137023F}" destId="{9466B0DC-DD74-4A66-941B-9F7F3EE4B65E}" srcOrd="0" destOrd="0" presId="urn:microsoft.com/office/officeart/2005/8/layout/orgChart1"/>
    <dgm:cxn modelId="{4F9A3812-C21F-4530-97A7-1650B7FBB173}" type="presParOf" srcId="{9466B0DC-DD74-4A66-941B-9F7F3EE4B65E}" destId="{D8CCBBBA-8A1B-43DE-B25D-8EC7AEB77D9E}" srcOrd="0" destOrd="0" presId="urn:microsoft.com/office/officeart/2005/8/layout/orgChart1"/>
    <dgm:cxn modelId="{EA5D9755-CD94-46FE-821F-A6154BDB2E62}" type="presParOf" srcId="{9466B0DC-DD74-4A66-941B-9F7F3EE4B65E}" destId="{A3B0F315-6C2B-4B46-8BE7-F8A44619ED8F}" srcOrd="1" destOrd="0" presId="urn:microsoft.com/office/officeart/2005/8/layout/orgChart1"/>
    <dgm:cxn modelId="{AC08CDCC-B762-4901-9A7D-8E79188D7625}" type="presParOf" srcId="{4C1646C0-B30A-431E-8E76-816B2137023F}" destId="{58EF9965-8F3B-4B97-9F83-0371F566C95D}" srcOrd="1" destOrd="0" presId="urn:microsoft.com/office/officeart/2005/8/layout/orgChart1"/>
    <dgm:cxn modelId="{AE3988EF-1098-402D-8185-E7F88546834F}" type="presParOf" srcId="{4C1646C0-B30A-431E-8E76-816B2137023F}" destId="{38043874-DBF4-4494-A844-2EDD12E307C6}" srcOrd="2" destOrd="0" presId="urn:microsoft.com/office/officeart/2005/8/layout/orgChart1"/>
    <dgm:cxn modelId="{E55591EF-4E4D-418D-8475-02F43EB5B61C}" type="presParOf" srcId="{F932709E-60E4-4EF0-A03E-42F90F69B556}" destId="{6A34316E-2C8D-4A24-B64A-BB659D9E9E11}" srcOrd="4" destOrd="0" presId="urn:microsoft.com/office/officeart/2005/8/layout/orgChart1"/>
    <dgm:cxn modelId="{00C8E8D8-4554-4058-AA9F-9ADD113184A9}" type="presParOf" srcId="{F932709E-60E4-4EF0-A03E-42F90F69B556}" destId="{4BB9A131-FB67-412D-BB18-319643FD9FB2}" srcOrd="5" destOrd="0" presId="urn:microsoft.com/office/officeart/2005/8/layout/orgChart1"/>
    <dgm:cxn modelId="{3712B4F9-CEFA-4FBA-B123-A9D4FAC79CA6}" type="presParOf" srcId="{4BB9A131-FB67-412D-BB18-319643FD9FB2}" destId="{6B3E8DF0-B196-4871-A4ED-12EE34FB1AEE}" srcOrd="0" destOrd="0" presId="urn:microsoft.com/office/officeart/2005/8/layout/orgChart1"/>
    <dgm:cxn modelId="{62C07EB6-4ABF-4D36-B4BA-25D13A3AB7A1}" type="presParOf" srcId="{6B3E8DF0-B196-4871-A4ED-12EE34FB1AEE}" destId="{E8C0EC6D-5578-400A-A0E7-7C3D9AB76AA8}" srcOrd="0" destOrd="0" presId="urn:microsoft.com/office/officeart/2005/8/layout/orgChart1"/>
    <dgm:cxn modelId="{AB82CFDD-FCDF-4AE7-872B-400A9E55E307}" type="presParOf" srcId="{6B3E8DF0-B196-4871-A4ED-12EE34FB1AEE}" destId="{96062E6D-0E34-4715-A89B-8A1BA56FBA80}" srcOrd="1" destOrd="0" presId="urn:microsoft.com/office/officeart/2005/8/layout/orgChart1"/>
    <dgm:cxn modelId="{24274E71-2A9E-4A27-8391-0499AFB9C8E7}" type="presParOf" srcId="{4BB9A131-FB67-412D-BB18-319643FD9FB2}" destId="{A7DDD2E4-3AD8-4329-AB45-A66710A2E460}" srcOrd="1" destOrd="0" presId="urn:microsoft.com/office/officeart/2005/8/layout/orgChart1"/>
    <dgm:cxn modelId="{5E555F34-AA89-4454-A7B7-BACA33DA5622}" type="presParOf" srcId="{4BB9A131-FB67-412D-BB18-319643FD9FB2}" destId="{F3935581-881D-4457-A84E-FCF8A251F3EC}" srcOrd="2" destOrd="0" presId="urn:microsoft.com/office/officeart/2005/8/layout/orgChart1"/>
    <dgm:cxn modelId="{90F2666B-392F-452C-9198-9EC3CD6AAAE9}" type="presParOf" srcId="{F932709E-60E4-4EF0-A03E-42F90F69B556}" destId="{F62A8926-BA21-43A8-BD72-587900DF80A7}" srcOrd="6" destOrd="0" presId="urn:microsoft.com/office/officeart/2005/8/layout/orgChart1"/>
    <dgm:cxn modelId="{030BBDEE-33D9-4833-AC36-37C5A6B79CE3}" type="presParOf" srcId="{F932709E-60E4-4EF0-A03E-42F90F69B556}" destId="{D8760564-8FB3-48C8-9883-1F90C2B63A76}" srcOrd="7" destOrd="0" presId="urn:microsoft.com/office/officeart/2005/8/layout/orgChart1"/>
    <dgm:cxn modelId="{85698233-78AB-4F8D-B4CB-5060D3C54754}" type="presParOf" srcId="{D8760564-8FB3-48C8-9883-1F90C2B63A76}" destId="{6480214F-43AE-4DCF-B9F5-2CA93D63424B}" srcOrd="0" destOrd="0" presId="urn:microsoft.com/office/officeart/2005/8/layout/orgChart1"/>
    <dgm:cxn modelId="{961A6190-E92B-4087-8CFB-CF501362FE01}" type="presParOf" srcId="{6480214F-43AE-4DCF-B9F5-2CA93D63424B}" destId="{53030234-61BE-4DA7-A39D-BF358F72E952}" srcOrd="0" destOrd="0" presId="urn:microsoft.com/office/officeart/2005/8/layout/orgChart1"/>
    <dgm:cxn modelId="{A56187AE-8F48-4C4D-B574-42C3BD16899F}" type="presParOf" srcId="{6480214F-43AE-4DCF-B9F5-2CA93D63424B}" destId="{C901817B-5CD1-4A51-8E08-E982FDB97B3B}" srcOrd="1" destOrd="0" presId="urn:microsoft.com/office/officeart/2005/8/layout/orgChart1"/>
    <dgm:cxn modelId="{8DFE5EDE-ACB5-4937-B58B-49C7B3A61A6D}" type="presParOf" srcId="{D8760564-8FB3-48C8-9883-1F90C2B63A76}" destId="{4D4C700E-2303-4222-A3E0-866806211A6D}" srcOrd="1" destOrd="0" presId="urn:microsoft.com/office/officeart/2005/8/layout/orgChart1"/>
    <dgm:cxn modelId="{F2BE123C-D4FF-4577-80EA-26A97E46B192}" type="presParOf" srcId="{D8760564-8FB3-48C8-9883-1F90C2B63A76}" destId="{CA9024AF-6088-4677-B492-B11A8CD8B503}" srcOrd="2" destOrd="0" presId="urn:microsoft.com/office/officeart/2005/8/layout/orgChart1"/>
    <dgm:cxn modelId="{7FAFCA35-6C08-43AA-8D16-1B524E4620DD}" type="presParOf" srcId="{21DBCB54-1FCA-4A63-A3CB-1B1E55DB1FC8}" destId="{B3F14395-7696-4D16-B0C9-122E0BD29598}" srcOrd="2" destOrd="0" presId="urn:microsoft.com/office/officeart/2005/8/layout/orgChart1"/>
    <dgm:cxn modelId="{C2A9F195-F632-4F5A-85F2-02DAC7B7496B}" type="presParOf" srcId="{447821F0-9121-42CD-A092-2D42AFC5A1CA}" destId="{951F3539-779B-404C-B0C0-8A741E83C635}" srcOrd="2" destOrd="0" presId="urn:microsoft.com/office/officeart/2005/8/layout/orgChart1"/>
    <dgm:cxn modelId="{18FEDF27-DCEA-422E-A72B-8D050F6CEB68}" type="presParOf" srcId="{F2A84513-C85B-42F5-9700-3095031939DF}" destId="{38EB7E22-AC69-428F-BB18-9CECD1D8B678}" srcOrd="2" destOrd="0" presId="urn:microsoft.com/office/officeart/2005/8/layout/orgChart1"/>
    <dgm:cxn modelId="{927755A3-621E-4B52-BE7C-F245D28F3616}" type="presParOf" srcId="{5A2F20F6-43FE-402F-B2E7-494456209236}" destId="{90674476-1913-429A-9614-38D51F8C1E3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4D79A-4A52-42CE-9526-9F574CFA7C6C}">
      <dsp:nvSpPr>
        <dsp:cNvPr id="0" name=""/>
        <dsp:cNvSpPr/>
      </dsp:nvSpPr>
      <dsp:spPr>
        <a:xfrm>
          <a:off x="7469853" y="1618034"/>
          <a:ext cx="182100" cy="2282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2329"/>
              </a:lnTo>
              <a:lnTo>
                <a:pt x="182100" y="22823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786B5-85AA-411A-9ABC-8E979BD02448}">
      <dsp:nvSpPr>
        <dsp:cNvPr id="0" name=""/>
        <dsp:cNvSpPr/>
      </dsp:nvSpPr>
      <dsp:spPr>
        <a:xfrm>
          <a:off x="7469853" y="1618034"/>
          <a:ext cx="182100" cy="1420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385"/>
              </a:lnTo>
              <a:lnTo>
                <a:pt x="182100" y="14203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3394F0-B7E7-4C71-8F12-98903B433ECF}">
      <dsp:nvSpPr>
        <dsp:cNvPr id="0" name=""/>
        <dsp:cNvSpPr/>
      </dsp:nvSpPr>
      <dsp:spPr>
        <a:xfrm>
          <a:off x="7469853" y="1618034"/>
          <a:ext cx="182100" cy="558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8442"/>
              </a:lnTo>
              <a:lnTo>
                <a:pt x="182100" y="558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BF6C1-6C62-4DF1-865B-4E2C494051AF}">
      <dsp:nvSpPr>
        <dsp:cNvPr id="0" name=""/>
        <dsp:cNvSpPr/>
      </dsp:nvSpPr>
      <dsp:spPr>
        <a:xfrm>
          <a:off x="4283089" y="756090"/>
          <a:ext cx="3672365" cy="254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470"/>
              </a:lnTo>
              <a:lnTo>
                <a:pt x="3672365" y="127470"/>
              </a:lnTo>
              <a:lnTo>
                <a:pt x="3672365" y="2549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6894A9-9855-4C13-815C-8AD1F5FFBDDA}">
      <dsp:nvSpPr>
        <dsp:cNvPr id="0" name=""/>
        <dsp:cNvSpPr/>
      </dsp:nvSpPr>
      <dsp:spPr>
        <a:xfrm>
          <a:off x="6000907" y="1618034"/>
          <a:ext cx="182100" cy="1420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385"/>
              </a:lnTo>
              <a:lnTo>
                <a:pt x="182100" y="14203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362B50-B04B-4C49-AFB1-92355655EA61}">
      <dsp:nvSpPr>
        <dsp:cNvPr id="0" name=""/>
        <dsp:cNvSpPr/>
      </dsp:nvSpPr>
      <dsp:spPr>
        <a:xfrm>
          <a:off x="6000907" y="1618034"/>
          <a:ext cx="182100" cy="558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8442"/>
              </a:lnTo>
              <a:lnTo>
                <a:pt x="182100" y="558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582CF7-FD71-4598-9898-0A41A24722A0}">
      <dsp:nvSpPr>
        <dsp:cNvPr id="0" name=""/>
        <dsp:cNvSpPr/>
      </dsp:nvSpPr>
      <dsp:spPr>
        <a:xfrm>
          <a:off x="4283089" y="756090"/>
          <a:ext cx="2203419" cy="254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470"/>
              </a:lnTo>
              <a:lnTo>
                <a:pt x="2203419" y="127470"/>
              </a:lnTo>
              <a:lnTo>
                <a:pt x="2203419" y="2549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3EC16-DC6A-4D0B-AB36-38C393AD5D14}">
      <dsp:nvSpPr>
        <dsp:cNvPr id="0" name=""/>
        <dsp:cNvSpPr/>
      </dsp:nvSpPr>
      <dsp:spPr>
        <a:xfrm>
          <a:off x="4531960" y="1618034"/>
          <a:ext cx="182100" cy="558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8442"/>
              </a:lnTo>
              <a:lnTo>
                <a:pt x="182100" y="558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B64740-14F9-44C8-B6B7-CA05B97A7F86}">
      <dsp:nvSpPr>
        <dsp:cNvPr id="0" name=""/>
        <dsp:cNvSpPr/>
      </dsp:nvSpPr>
      <dsp:spPr>
        <a:xfrm>
          <a:off x="4283089" y="756090"/>
          <a:ext cx="734473" cy="254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470"/>
              </a:lnTo>
              <a:lnTo>
                <a:pt x="734473" y="127470"/>
              </a:lnTo>
              <a:lnTo>
                <a:pt x="734473" y="2549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FB9C11-EC12-4D78-951C-1D4538525E64}">
      <dsp:nvSpPr>
        <dsp:cNvPr id="0" name=""/>
        <dsp:cNvSpPr/>
      </dsp:nvSpPr>
      <dsp:spPr>
        <a:xfrm>
          <a:off x="3063014" y="1618034"/>
          <a:ext cx="182100" cy="4006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06216"/>
              </a:lnTo>
              <a:lnTo>
                <a:pt x="182100" y="400621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BFC35-5526-493F-A101-C14E182C1C2C}">
      <dsp:nvSpPr>
        <dsp:cNvPr id="0" name=""/>
        <dsp:cNvSpPr/>
      </dsp:nvSpPr>
      <dsp:spPr>
        <a:xfrm>
          <a:off x="3063014" y="1618034"/>
          <a:ext cx="182100" cy="3144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4273"/>
              </a:lnTo>
              <a:lnTo>
                <a:pt x="182100" y="31442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0E1260-557D-46B5-B3C6-A6705BE96C5E}">
      <dsp:nvSpPr>
        <dsp:cNvPr id="0" name=""/>
        <dsp:cNvSpPr/>
      </dsp:nvSpPr>
      <dsp:spPr>
        <a:xfrm>
          <a:off x="3063014" y="1618034"/>
          <a:ext cx="182100" cy="2282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2329"/>
              </a:lnTo>
              <a:lnTo>
                <a:pt x="182100" y="22823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5ECCCC-F296-459D-888F-FF49555748CB}">
      <dsp:nvSpPr>
        <dsp:cNvPr id="0" name=""/>
        <dsp:cNvSpPr/>
      </dsp:nvSpPr>
      <dsp:spPr>
        <a:xfrm>
          <a:off x="3063014" y="1618034"/>
          <a:ext cx="182100" cy="1420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385"/>
              </a:lnTo>
              <a:lnTo>
                <a:pt x="182100" y="14203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B1FB2-D5B6-4590-8764-4DEE6EBAA63D}">
      <dsp:nvSpPr>
        <dsp:cNvPr id="0" name=""/>
        <dsp:cNvSpPr/>
      </dsp:nvSpPr>
      <dsp:spPr>
        <a:xfrm>
          <a:off x="3063014" y="1618034"/>
          <a:ext cx="182100" cy="558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8442"/>
              </a:lnTo>
              <a:lnTo>
                <a:pt x="182100" y="558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A02B1C-4FD5-4564-98DF-356ADAFF76A0}">
      <dsp:nvSpPr>
        <dsp:cNvPr id="0" name=""/>
        <dsp:cNvSpPr/>
      </dsp:nvSpPr>
      <dsp:spPr>
        <a:xfrm>
          <a:off x="3548616" y="756090"/>
          <a:ext cx="734473" cy="254941"/>
        </a:xfrm>
        <a:custGeom>
          <a:avLst/>
          <a:gdLst/>
          <a:ahLst/>
          <a:cxnLst/>
          <a:rect l="0" t="0" r="0" b="0"/>
          <a:pathLst>
            <a:path>
              <a:moveTo>
                <a:pt x="734473" y="0"/>
              </a:moveTo>
              <a:lnTo>
                <a:pt x="734473" y="127470"/>
              </a:lnTo>
              <a:lnTo>
                <a:pt x="0" y="127470"/>
              </a:lnTo>
              <a:lnTo>
                <a:pt x="0" y="2549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4A59EA-9D18-47D0-8911-03E711D13534}">
      <dsp:nvSpPr>
        <dsp:cNvPr id="0" name=""/>
        <dsp:cNvSpPr/>
      </dsp:nvSpPr>
      <dsp:spPr>
        <a:xfrm>
          <a:off x="1594068" y="1618034"/>
          <a:ext cx="182100" cy="3144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4273"/>
              </a:lnTo>
              <a:lnTo>
                <a:pt x="182100" y="31442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0027F-637D-4C2D-92FE-846AD486435C}">
      <dsp:nvSpPr>
        <dsp:cNvPr id="0" name=""/>
        <dsp:cNvSpPr/>
      </dsp:nvSpPr>
      <dsp:spPr>
        <a:xfrm>
          <a:off x="1594068" y="1618034"/>
          <a:ext cx="182100" cy="2282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2329"/>
              </a:lnTo>
              <a:lnTo>
                <a:pt x="182100" y="22823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1508AF-CBFF-41F4-84CF-FF9B0BBD0127}">
      <dsp:nvSpPr>
        <dsp:cNvPr id="0" name=""/>
        <dsp:cNvSpPr/>
      </dsp:nvSpPr>
      <dsp:spPr>
        <a:xfrm>
          <a:off x="1594068" y="1618034"/>
          <a:ext cx="182100" cy="1420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385"/>
              </a:lnTo>
              <a:lnTo>
                <a:pt x="182100" y="14203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1CAE0F-FF70-4E28-9F3E-3B63C5932F3C}">
      <dsp:nvSpPr>
        <dsp:cNvPr id="0" name=""/>
        <dsp:cNvSpPr/>
      </dsp:nvSpPr>
      <dsp:spPr>
        <a:xfrm>
          <a:off x="1594068" y="1618034"/>
          <a:ext cx="182100" cy="558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8442"/>
              </a:lnTo>
              <a:lnTo>
                <a:pt x="182100" y="558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230838-1394-4891-BB73-30AD5E610432}">
      <dsp:nvSpPr>
        <dsp:cNvPr id="0" name=""/>
        <dsp:cNvSpPr/>
      </dsp:nvSpPr>
      <dsp:spPr>
        <a:xfrm>
          <a:off x="2079670" y="756090"/>
          <a:ext cx="2203419" cy="254941"/>
        </a:xfrm>
        <a:custGeom>
          <a:avLst/>
          <a:gdLst/>
          <a:ahLst/>
          <a:cxnLst/>
          <a:rect l="0" t="0" r="0" b="0"/>
          <a:pathLst>
            <a:path>
              <a:moveTo>
                <a:pt x="2203419" y="0"/>
              </a:moveTo>
              <a:lnTo>
                <a:pt x="2203419" y="127470"/>
              </a:lnTo>
              <a:lnTo>
                <a:pt x="0" y="127470"/>
              </a:lnTo>
              <a:lnTo>
                <a:pt x="0" y="2549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DA1941-CF14-497C-BE73-BFC315B67793}">
      <dsp:nvSpPr>
        <dsp:cNvPr id="0" name=""/>
        <dsp:cNvSpPr/>
      </dsp:nvSpPr>
      <dsp:spPr>
        <a:xfrm>
          <a:off x="125122" y="1618034"/>
          <a:ext cx="182100" cy="3144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4273"/>
              </a:lnTo>
              <a:lnTo>
                <a:pt x="182100" y="31442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755F61-679B-4E9B-B7B5-B16617AC8A12}">
      <dsp:nvSpPr>
        <dsp:cNvPr id="0" name=""/>
        <dsp:cNvSpPr/>
      </dsp:nvSpPr>
      <dsp:spPr>
        <a:xfrm>
          <a:off x="125122" y="1618034"/>
          <a:ext cx="182100" cy="2282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2329"/>
              </a:lnTo>
              <a:lnTo>
                <a:pt x="182100" y="22823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35CD5D-4BFB-45B0-9F9F-82AAB249BB50}">
      <dsp:nvSpPr>
        <dsp:cNvPr id="0" name=""/>
        <dsp:cNvSpPr/>
      </dsp:nvSpPr>
      <dsp:spPr>
        <a:xfrm>
          <a:off x="125122" y="1618034"/>
          <a:ext cx="182100" cy="1420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0385"/>
              </a:lnTo>
              <a:lnTo>
                <a:pt x="182100" y="14203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EA03E7-6E3B-4BA8-B708-C1676DF861B2}">
      <dsp:nvSpPr>
        <dsp:cNvPr id="0" name=""/>
        <dsp:cNvSpPr/>
      </dsp:nvSpPr>
      <dsp:spPr>
        <a:xfrm>
          <a:off x="125122" y="1618034"/>
          <a:ext cx="182100" cy="558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8442"/>
              </a:lnTo>
              <a:lnTo>
                <a:pt x="182100" y="558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12558-07BA-4DC5-A670-D47C53A3ACCF}">
      <dsp:nvSpPr>
        <dsp:cNvPr id="0" name=""/>
        <dsp:cNvSpPr/>
      </dsp:nvSpPr>
      <dsp:spPr>
        <a:xfrm>
          <a:off x="610724" y="756090"/>
          <a:ext cx="3672365" cy="254941"/>
        </a:xfrm>
        <a:custGeom>
          <a:avLst/>
          <a:gdLst/>
          <a:ahLst/>
          <a:cxnLst/>
          <a:rect l="0" t="0" r="0" b="0"/>
          <a:pathLst>
            <a:path>
              <a:moveTo>
                <a:pt x="3672365" y="0"/>
              </a:moveTo>
              <a:lnTo>
                <a:pt x="3672365" y="127470"/>
              </a:lnTo>
              <a:lnTo>
                <a:pt x="0" y="127470"/>
              </a:lnTo>
              <a:lnTo>
                <a:pt x="0" y="2549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5EC8D3-D8DC-488B-811F-E4A5A2E5FAEE}">
      <dsp:nvSpPr>
        <dsp:cNvPr id="0" name=""/>
        <dsp:cNvSpPr/>
      </dsp:nvSpPr>
      <dsp:spPr>
        <a:xfrm>
          <a:off x="3676087" y="149087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ADMIN</a:t>
          </a:r>
        </a:p>
      </dsp:txBody>
      <dsp:txXfrm>
        <a:off x="3676087" y="149087"/>
        <a:ext cx="1214005" cy="607002"/>
      </dsp:txXfrm>
    </dsp:sp>
    <dsp:sp modelId="{A08F579E-5058-46C2-9270-FBF1E32A5837}">
      <dsp:nvSpPr>
        <dsp:cNvPr id="0" name=""/>
        <dsp:cNvSpPr/>
      </dsp:nvSpPr>
      <dsp:spPr>
        <a:xfrm>
          <a:off x="3721" y="1011031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Dashboard</a:t>
          </a:r>
        </a:p>
      </dsp:txBody>
      <dsp:txXfrm>
        <a:off x="3721" y="1011031"/>
        <a:ext cx="1214005" cy="607002"/>
      </dsp:txXfrm>
    </dsp:sp>
    <dsp:sp modelId="{16594296-223F-4B8E-939B-C5BD56D49B40}">
      <dsp:nvSpPr>
        <dsp:cNvPr id="0" name=""/>
        <dsp:cNvSpPr/>
      </dsp:nvSpPr>
      <dsp:spPr>
        <a:xfrm>
          <a:off x="307223" y="187297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Số bệnh nhân nội trú</a:t>
          </a:r>
        </a:p>
      </dsp:txBody>
      <dsp:txXfrm>
        <a:off x="307223" y="1872975"/>
        <a:ext cx="1214005" cy="607002"/>
      </dsp:txXfrm>
    </dsp:sp>
    <dsp:sp modelId="{41260A86-5D39-4833-AFDB-BA950C0CEC80}">
      <dsp:nvSpPr>
        <dsp:cNvPr id="0" name=""/>
        <dsp:cNvSpPr/>
      </dsp:nvSpPr>
      <dsp:spPr>
        <a:xfrm>
          <a:off x="307223" y="2734918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Số bác sĩ hoạt động</a:t>
          </a:r>
        </a:p>
      </dsp:txBody>
      <dsp:txXfrm>
        <a:off x="307223" y="2734918"/>
        <a:ext cx="1214005" cy="607002"/>
      </dsp:txXfrm>
    </dsp:sp>
    <dsp:sp modelId="{7320E730-0233-46FB-B2B8-635444C0ED71}">
      <dsp:nvSpPr>
        <dsp:cNvPr id="0" name=""/>
        <dsp:cNvSpPr/>
      </dsp:nvSpPr>
      <dsp:spPr>
        <a:xfrm>
          <a:off x="307223" y="3596862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Số lượt khám trong ngày</a:t>
          </a:r>
        </a:p>
      </dsp:txBody>
      <dsp:txXfrm>
        <a:off x="307223" y="3596862"/>
        <a:ext cx="1214005" cy="607002"/>
      </dsp:txXfrm>
    </dsp:sp>
    <dsp:sp modelId="{3D091A6E-E123-4692-AB09-79A2D74B2D34}">
      <dsp:nvSpPr>
        <dsp:cNvPr id="0" name=""/>
        <dsp:cNvSpPr/>
      </dsp:nvSpPr>
      <dsp:spPr>
        <a:xfrm>
          <a:off x="307223" y="445880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Các biểu đồ phân tích</a:t>
          </a:r>
        </a:p>
      </dsp:txBody>
      <dsp:txXfrm>
        <a:off x="307223" y="4458805"/>
        <a:ext cx="1214005" cy="607002"/>
      </dsp:txXfrm>
    </dsp:sp>
    <dsp:sp modelId="{C4A09482-CD1A-4112-B934-D935EB8A9198}">
      <dsp:nvSpPr>
        <dsp:cNvPr id="0" name=""/>
        <dsp:cNvSpPr/>
      </dsp:nvSpPr>
      <dsp:spPr>
        <a:xfrm>
          <a:off x="1472668" y="1011031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bệnh nhân</a:t>
          </a:r>
        </a:p>
      </dsp:txBody>
      <dsp:txXfrm>
        <a:off x="1472668" y="1011031"/>
        <a:ext cx="1214005" cy="607002"/>
      </dsp:txXfrm>
    </dsp:sp>
    <dsp:sp modelId="{A4D3B09D-201D-4ED2-86ED-2F7E46C00679}">
      <dsp:nvSpPr>
        <dsp:cNvPr id="0" name=""/>
        <dsp:cNvSpPr/>
      </dsp:nvSpPr>
      <dsp:spPr>
        <a:xfrm>
          <a:off x="1776169" y="187297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Tìm theo tên</a:t>
          </a:r>
        </a:p>
      </dsp:txBody>
      <dsp:txXfrm>
        <a:off x="1776169" y="1872975"/>
        <a:ext cx="1214005" cy="607002"/>
      </dsp:txXfrm>
    </dsp:sp>
    <dsp:sp modelId="{638BBDA0-E4B9-449E-932D-03782D6F7ED7}">
      <dsp:nvSpPr>
        <dsp:cNvPr id="0" name=""/>
        <dsp:cNvSpPr/>
      </dsp:nvSpPr>
      <dsp:spPr>
        <a:xfrm>
          <a:off x="1776169" y="2734918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Tìm theo khoa</a:t>
          </a:r>
        </a:p>
      </dsp:txBody>
      <dsp:txXfrm>
        <a:off x="1776169" y="2734918"/>
        <a:ext cx="1214005" cy="607002"/>
      </dsp:txXfrm>
    </dsp:sp>
    <dsp:sp modelId="{59E0984B-5511-4DBF-8E1A-06C4F839ABAB}">
      <dsp:nvSpPr>
        <dsp:cNvPr id="0" name=""/>
        <dsp:cNvSpPr/>
      </dsp:nvSpPr>
      <dsp:spPr>
        <a:xfrm>
          <a:off x="1776169" y="3596862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Tìm theo tình trạng</a:t>
          </a:r>
        </a:p>
      </dsp:txBody>
      <dsp:txXfrm>
        <a:off x="1776169" y="3596862"/>
        <a:ext cx="1214005" cy="607002"/>
      </dsp:txXfrm>
    </dsp:sp>
    <dsp:sp modelId="{97429BE9-C4D2-4648-9DE2-90AB168E00AA}">
      <dsp:nvSpPr>
        <dsp:cNvPr id="0" name=""/>
        <dsp:cNvSpPr/>
      </dsp:nvSpPr>
      <dsp:spPr>
        <a:xfrm>
          <a:off x="1776169" y="445880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Xác đơn thuốc được kê cho bn</a:t>
          </a:r>
        </a:p>
      </dsp:txBody>
      <dsp:txXfrm>
        <a:off x="1776169" y="4458805"/>
        <a:ext cx="1214005" cy="607002"/>
      </dsp:txXfrm>
    </dsp:sp>
    <dsp:sp modelId="{5A31A64A-6FA2-44F6-A22D-A89FA53644E8}">
      <dsp:nvSpPr>
        <dsp:cNvPr id="0" name=""/>
        <dsp:cNvSpPr/>
      </dsp:nvSpPr>
      <dsp:spPr>
        <a:xfrm>
          <a:off x="2941614" y="1011031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bác sĩ</a:t>
          </a:r>
        </a:p>
      </dsp:txBody>
      <dsp:txXfrm>
        <a:off x="2941614" y="1011031"/>
        <a:ext cx="1214005" cy="607002"/>
      </dsp:txXfrm>
    </dsp:sp>
    <dsp:sp modelId="{51E69664-61F8-4A79-A96B-C3DFB3DFDAA3}">
      <dsp:nvSpPr>
        <dsp:cNvPr id="0" name=""/>
        <dsp:cNvSpPr/>
      </dsp:nvSpPr>
      <dsp:spPr>
        <a:xfrm>
          <a:off x="3245115" y="187297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Tìm theo tên</a:t>
          </a:r>
        </a:p>
      </dsp:txBody>
      <dsp:txXfrm>
        <a:off x="3245115" y="1872975"/>
        <a:ext cx="1214005" cy="607002"/>
      </dsp:txXfrm>
    </dsp:sp>
    <dsp:sp modelId="{5B1CA996-BCBE-4090-A2D6-C6AE781367FF}">
      <dsp:nvSpPr>
        <dsp:cNvPr id="0" name=""/>
        <dsp:cNvSpPr/>
      </dsp:nvSpPr>
      <dsp:spPr>
        <a:xfrm>
          <a:off x="3245115" y="2734918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Tìm theo khoa</a:t>
          </a:r>
        </a:p>
      </dsp:txBody>
      <dsp:txXfrm>
        <a:off x="3245115" y="2734918"/>
        <a:ext cx="1214005" cy="607002"/>
      </dsp:txXfrm>
    </dsp:sp>
    <dsp:sp modelId="{9AE2CFF9-4DBA-455F-A72A-90056936A0B6}">
      <dsp:nvSpPr>
        <dsp:cNvPr id="0" name=""/>
        <dsp:cNvSpPr/>
      </dsp:nvSpPr>
      <dsp:spPr>
        <a:xfrm>
          <a:off x="3245115" y="3596862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các đơn thuốc đã kê</a:t>
          </a:r>
        </a:p>
      </dsp:txBody>
      <dsp:txXfrm>
        <a:off x="3245115" y="3596862"/>
        <a:ext cx="1214005" cy="607002"/>
      </dsp:txXfrm>
    </dsp:sp>
    <dsp:sp modelId="{FE2DC9D0-0811-470D-AE97-8A35CA5CE1E3}">
      <dsp:nvSpPr>
        <dsp:cNvPr id="0" name=""/>
        <dsp:cNvSpPr/>
      </dsp:nvSpPr>
      <dsp:spPr>
        <a:xfrm>
          <a:off x="3245115" y="445880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Dashboard phân tích</a:t>
          </a:r>
        </a:p>
      </dsp:txBody>
      <dsp:txXfrm>
        <a:off x="3245115" y="4458805"/>
        <a:ext cx="1214005" cy="607002"/>
      </dsp:txXfrm>
    </dsp:sp>
    <dsp:sp modelId="{CA81F62B-F508-4DEF-B2C3-A94B6DDD55CD}">
      <dsp:nvSpPr>
        <dsp:cNvPr id="0" name=""/>
        <dsp:cNvSpPr/>
      </dsp:nvSpPr>
      <dsp:spPr>
        <a:xfrm>
          <a:off x="3245115" y="5320749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Thêm bác sĩ</a:t>
          </a:r>
        </a:p>
      </dsp:txBody>
      <dsp:txXfrm>
        <a:off x="3245115" y="5320749"/>
        <a:ext cx="1214005" cy="607002"/>
      </dsp:txXfrm>
    </dsp:sp>
    <dsp:sp modelId="{C7993467-842B-4737-8790-7EAA156E569A}">
      <dsp:nvSpPr>
        <dsp:cNvPr id="0" name=""/>
        <dsp:cNvSpPr/>
      </dsp:nvSpPr>
      <dsp:spPr>
        <a:xfrm>
          <a:off x="4410560" y="1011031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phòng bệnh</a:t>
          </a:r>
        </a:p>
      </dsp:txBody>
      <dsp:txXfrm>
        <a:off x="4410560" y="1011031"/>
        <a:ext cx="1214005" cy="607002"/>
      </dsp:txXfrm>
    </dsp:sp>
    <dsp:sp modelId="{E7EF44A6-33EE-4554-8E88-AE3B57419A0F}">
      <dsp:nvSpPr>
        <dsp:cNvPr id="0" name=""/>
        <dsp:cNvSpPr/>
      </dsp:nvSpPr>
      <dsp:spPr>
        <a:xfrm>
          <a:off x="4714061" y="187297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các bệnh nhân trong phòng</a:t>
          </a:r>
        </a:p>
      </dsp:txBody>
      <dsp:txXfrm>
        <a:off x="4714061" y="1872975"/>
        <a:ext cx="1214005" cy="607002"/>
      </dsp:txXfrm>
    </dsp:sp>
    <dsp:sp modelId="{2F79B1E4-A509-42B5-BE09-FA25E8ABA61B}">
      <dsp:nvSpPr>
        <dsp:cNvPr id="0" name=""/>
        <dsp:cNvSpPr/>
      </dsp:nvSpPr>
      <dsp:spPr>
        <a:xfrm>
          <a:off x="5879506" y="1011031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đơn thuốc</a:t>
          </a:r>
        </a:p>
      </dsp:txBody>
      <dsp:txXfrm>
        <a:off x="5879506" y="1011031"/>
        <a:ext cx="1214005" cy="607002"/>
      </dsp:txXfrm>
    </dsp:sp>
    <dsp:sp modelId="{7EBD7E4A-8E34-4179-87B9-A52907DB63B8}">
      <dsp:nvSpPr>
        <dsp:cNvPr id="0" name=""/>
        <dsp:cNvSpPr/>
      </dsp:nvSpPr>
      <dsp:spPr>
        <a:xfrm>
          <a:off x="6183007" y="187297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Tìm theo bác sĩ kê đơn</a:t>
          </a:r>
        </a:p>
      </dsp:txBody>
      <dsp:txXfrm>
        <a:off x="6183007" y="1872975"/>
        <a:ext cx="1214005" cy="607002"/>
      </dsp:txXfrm>
    </dsp:sp>
    <dsp:sp modelId="{44E05D9D-8FAF-440B-9DDB-6CA64948586F}">
      <dsp:nvSpPr>
        <dsp:cNvPr id="0" name=""/>
        <dsp:cNvSpPr/>
      </dsp:nvSpPr>
      <dsp:spPr>
        <a:xfrm>
          <a:off x="6183007" y="2734918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Tìm theo bệnh nhân nhận đơn</a:t>
          </a:r>
        </a:p>
      </dsp:txBody>
      <dsp:txXfrm>
        <a:off x="6183007" y="2734918"/>
        <a:ext cx="1214005" cy="607002"/>
      </dsp:txXfrm>
    </dsp:sp>
    <dsp:sp modelId="{93D6D248-2AE9-4E69-952E-D4AFC83F2001}">
      <dsp:nvSpPr>
        <dsp:cNvPr id="0" name=""/>
        <dsp:cNvSpPr/>
      </dsp:nvSpPr>
      <dsp:spPr>
        <a:xfrm>
          <a:off x="7348452" y="1011031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lô thuốc</a:t>
          </a:r>
        </a:p>
      </dsp:txBody>
      <dsp:txXfrm>
        <a:off x="7348452" y="1011031"/>
        <a:ext cx="1214005" cy="607002"/>
      </dsp:txXfrm>
    </dsp:sp>
    <dsp:sp modelId="{C4FB20A3-B341-442C-9710-579B4D773919}">
      <dsp:nvSpPr>
        <dsp:cNvPr id="0" name=""/>
        <dsp:cNvSpPr/>
      </dsp:nvSpPr>
      <dsp:spPr>
        <a:xfrm>
          <a:off x="7651954" y="1872975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Thêm lô thuốc</a:t>
          </a:r>
        </a:p>
      </dsp:txBody>
      <dsp:txXfrm>
        <a:off x="7651954" y="1872975"/>
        <a:ext cx="1214005" cy="607002"/>
      </dsp:txXfrm>
    </dsp:sp>
    <dsp:sp modelId="{D34700E2-9F48-4A3C-80B2-8683A8D53890}">
      <dsp:nvSpPr>
        <dsp:cNvPr id="0" name=""/>
        <dsp:cNvSpPr/>
      </dsp:nvSpPr>
      <dsp:spPr>
        <a:xfrm>
          <a:off x="7651954" y="2734918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cảnh báo lô thuốc sắp hết</a:t>
          </a:r>
        </a:p>
      </dsp:txBody>
      <dsp:txXfrm>
        <a:off x="7651954" y="2734918"/>
        <a:ext cx="1214005" cy="607002"/>
      </dsp:txXfrm>
    </dsp:sp>
    <dsp:sp modelId="{3861686D-C769-4CF7-A5A9-ECE204A17143}">
      <dsp:nvSpPr>
        <dsp:cNvPr id="0" name=""/>
        <dsp:cNvSpPr/>
      </dsp:nvSpPr>
      <dsp:spPr>
        <a:xfrm>
          <a:off x="7651954" y="3596862"/>
          <a:ext cx="1214005" cy="60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Xem cảnh báo lô thuốc sắp hết hạn</a:t>
          </a:r>
        </a:p>
      </dsp:txBody>
      <dsp:txXfrm>
        <a:off x="7651954" y="3596862"/>
        <a:ext cx="1214005" cy="607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8C1C3-5B8F-4194-B8EA-AE07BF205D4B}">
      <dsp:nvSpPr>
        <dsp:cNvPr id="0" name=""/>
        <dsp:cNvSpPr/>
      </dsp:nvSpPr>
      <dsp:spPr>
        <a:xfrm>
          <a:off x="5377569" y="1911918"/>
          <a:ext cx="236472" cy="2963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63783"/>
              </a:lnTo>
              <a:lnTo>
                <a:pt x="236472" y="29637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37F21-3D4B-491B-9BDC-AC6BA2A7A144}">
      <dsp:nvSpPr>
        <dsp:cNvPr id="0" name=""/>
        <dsp:cNvSpPr/>
      </dsp:nvSpPr>
      <dsp:spPr>
        <a:xfrm>
          <a:off x="5377569" y="1911918"/>
          <a:ext cx="236472" cy="18444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4482"/>
              </a:lnTo>
              <a:lnTo>
                <a:pt x="236472" y="184448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C5423-0DA6-4816-ADC8-ADB1C7581951}">
      <dsp:nvSpPr>
        <dsp:cNvPr id="0" name=""/>
        <dsp:cNvSpPr/>
      </dsp:nvSpPr>
      <dsp:spPr>
        <a:xfrm>
          <a:off x="5377569" y="1911918"/>
          <a:ext cx="236472" cy="72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81"/>
              </a:lnTo>
              <a:lnTo>
                <a:pt x="236472" y="7251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6FDB6-93D7-4473-86DB-B0446A6A2DF8}">
      <dsp:nvSpPr>
        <dsp:cNvPr id="0" name=""/>
        <dsp:cNvSpPr/>
      </dsp:nvSpPr>
      <dsp:spPr>
        <a:xfrm>
          <a:off x="4100619" y="792617"/>
          <a:ext cx="1907541" cy="3310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530"/>
              </a:lnTo>
              <a:lnTo>
                <a:pt x="1907541" y="165530"/>
              </a:lnTo>
              <a:lnTo>
                <a:pt x="1907541" y="3310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75332-6653-4B4C-B2FB-CEEFE20EBA4C}">
      <dsp:nvSpPr>
        <dsp:cNvPr id="0" name=""/>
        <dsp:cNvSpPr/>
      </dsp:nvSpPr>
      <dsp:spPr>
        <a:xfrm>
          <a:off x="3470027" y="1911918"/>
          <a:ext cx="236472" cy="18444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4482"/>
              </a:lnTo>
              <a:lnTo>
                <a:pt x="236472" y="184448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CA9C87-CDF0-47B0-B2AD-DFBD8AE24653}">
      <dsp:nvSpPr>
        <dsp:cNvPr id="0" name=""/>
        <dsp:cNvSpPr/>
      </dsp:nvSpPr>
      <dsp:spPr>
        <a:xfrm>
          <a:off x="3470027" y="1911918"/>
          <a:ext cx="236472" cy="72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81"/>
              </a:lnTo>
              <a:lnTo>
                <a:pt x="236472" y="7251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A7E1D7-3128-43C6-96AA-1E491B421CAD}">
      <dsp:nvSpPr>
        <dsp:cNvPr id="0" name=""/>
        <dsp:cNvSpPr/>
      </dsp:nvSpPr>
      <dsp:spPr>
        <a:xfrm>
          <a:off x="4054899" y="792617"/>
          <a:ext cx="91440" cy="3310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10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0AAD9D-E6B4-41BF-9A8B-D317DE4079B5}">
      <dsp:nvSpPr>
        <dsp:cNvPr id="0" name=""/>
        <dsp:cNvSpPr/>
      </dsp:nvSpPr>
      <dsp:spPr>
        <a:xfrm>
          <a:off x="1562486" y="1911918"/>
          <a:ext cx="236472" cy="18444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4482"/>
              </a:lnTo>
              <a:lnTo>
                <a:pt x="236472" y="184448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19A76D-C050-4F97-BFBF-A7FF3912647B}">
      <dsp:nvSpPr>
        <dsp:cNvPr id="0" name=""/>
        <dsp:cNvSpPr/>
      </dsp:nvSpPr>
      <dsp:spPr>
        <a:xfrm>
          <a:off x="1562486" y="1911918"/>
          <a:ext cx="236472" cy="72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81"/>
              </a:lnTo>
              <a:lnTo>
                <a:pt x="236472" y="7251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0D93D8-98F7-44E8-8BFF-A855A848288B}">
      <dsp:nvSpPr>
        <dsp:cNvPr id="0" name=""/>
        <dsp:cNvSpPr/>
      </dsp:nvSpPr>
      <dsp:spPr>
        <a:xfrm>
          <a:off x="2193078" y="792617"/>
          <a:ext cx="1907541" cy="331060"/>
        </a:xfrm>
        <a:custGeom>
          <a:avLst/>
          <a:gdLst/>
          <a:ahLst/>
          <a:cxnLst/>
          <a:rect l="0" t="0" r="0" b="0"/>
          <a:pathLst>
            <a:path>
              <a:moveTo>
                <a:pt x="1907541" y="0"/>
              </a:moveTo>
              <a:lnTo>
                <a:pt x="1907541" y="165530"/>
              </a:lnTo>
              <a:lnTo>
                <a:pt x="0" y="165530"/>
              </a:lnTo>
              <a:lnTo>
                <a:pt x="0" y="3310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41DFDC-8047-42E7-BF26-21056F1F70AB}">
      <dsp:nvSpPr>
        <dsp:cNvPr id="0" name=""/>
        <dsp:cNvSpPr/>
      </dsp:nvSpPr>
      <dsp:spPr>
        <a:xfrm>
          <a:off x="3312379" y="4377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Bác sĩ</a:t>
          </a:r>
        </a:p>
      </dsp:txBody>
      <dsp:txXfrm>
        <a:off x="3312379" y="4377"/>
        <a:ext cx="1576480" cy="788240"/>
      </dsp:txXfrm>
    </dsp:sp>
    <dsp:sp modelId="{CC32A86F-5F73-4E16-B3C9-5B158AFB1E50}">
      <dsp:nvSpPr>
        <dsp:cNvPr id="0" name=""/>
        <dsp:cNvSpPr/>
      </dsp:nvSpPr>
      <dsp:spPr>
        <a:xfrm>
          <a:off x="1404838" y="1123678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Hồ sơ bác sĩ</a:t>
          </a:r>
        </a:p>
      </dsp:txBody>
      <dsp:txXfrm>
        <a:off x="1404838" y="1123678"/>
        <a:ext cx="1576480" cy="788240"/>
      </dsp:txXfrm>
    </dsp:sp>
    <dsp:sp modelId="{D565A357-09CA-47F6-8FAA-F620ADF62807}">
      <dsp:nvSpPr>
        <dsp:cNvPr id="0" name=""/>
        <dsp:cNvSpPr/>
      </dsp:nvSpPr>
      <dsp:spPr>
        <a:xfrm>
          <a:off x="1798958" y="2242979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Xem các đơn thuốc đã kê</a:t>
          </a:r>
        </a:p>
      </dsp:txBody>
      <dsp:txXfrm>
        <a:off x="1798958" y="2242979"/>
        <a:ext cx="1576480" cy="788240"/>
      </dsp:txXfrm>
    </dsp:sp>
    <dsp:sp modelId="{FB829213-4F38-494B-9131-C6FBCD772D02}">
      <dsp:nvSpPr>
        <dsp:cNvPr id="0" name=""/>
        <dsp:cNvSpPr/>
      </dsp:nvSpPr>
      <dsp:spPr>
        <a:xfrm>
          <a:off x="1798958" y="3362280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dashboard hiệu suất làm việc</a:t>
          </a:r>
        </a:p>
      </dsp:txBody>
      <dsp:txXfrm>
        <a:off x="1798958" y="3362280"/>
        <a:ext cx="1576480" cy="788240"/>
      </dsp:txXfrm>
    </dsp:sp>
    <dsp:sp modelId="{ECC0813C-71C5-4830-9C8C-F690A89CFF87}">
      <dsp:nvSpPr>
        <dsp:cNvPr id="0" name=""/>
        <dsp:cNvSpPr/>
      </dsp:nvSpPr>
      <dsp:spPr>
        <a:xfrm>
          <a:off x="3312379" y="1123678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Xem bệnh nhân của khoa</a:t>
          </a:r>
        </a:p>
      </dsp:txBody>
      <dsp:txXfrm>
        <a:off x="3312379" y="1123678"/>
        <a:ext cx="1576480" cy="788240"/>
      </dsp:txXfrm>
    </dsp:sp>
    <dsp:sp modelId="{EDD1EFB6-6935-4E1C-8A60-A5A96DAD0AE8}">
      <dsp:nvSpPr>
        <dsp:cNvPr id="0" name=""/>
        <dsp:cNvSpPr/>
      </dsp:nvSpPr>
      <dsp:spPr>
        <a:xfrm>
          <a:off x="3706499" y="2242979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Theo dõi tình trạng sức khỏe</a:t>
          </a:r>
        </a:p>
      </dsp:txBody>
      <dsp:txXfrm>
        <a:off x="3706499" y="2242979"/>
        <a:ext cx="1576480" cy="788240"/>
      </dsp:txXfrm>
    </dsp:sp>
    <dsp:sp modelId="{15309E0B-D5E5-4726-8289-235D5BCA9520}">
      <dsp:nvSpPr>
        <dsp:cNvPr id="0" name=""/>
        <dsp:cNvSpPr/>
      </dsp:nvSpPr>
      <dsp:spPr>
        <a:xfrm>
          <a:off x="3706499" y="3362280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Tìm kiếm theo trạng thái</a:t>
          </a:r>
        </a:p>
      </dsp:txBody>
      <dsp:txXfrm>
        <a:off x="3706499" y="3362280"/>
        <a:ext cx="1576480" cy="788240"/>
      </dsp:txXfrm>
    </dsp:sp>
    <dsp:sp modelId="{4249AF69-BA9A-4957-9985-9261DA6A576D}">
      <dsp:nvSpPr>
        <dsp:cNvPr id="0" name=""/>
        <dsp:cNvSpPr/>
      </dsp:nvSpPr>
      <dsp:spPr>
        <a:xfrm>
          <a:off x="5219921" y="1123678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Xem các đơn thuốc của khoa</a:t>
          </a:r>
        </a:p>
      </dsp:txBody>
      <dsp:txXfrm>
        <a:off x="5219921" y="1123678"/>
        <a:ext cx="1576480" cy="788240"/>
      </dsp:txXfrm>
    </dsp:sp>
    <dsp:sp modelId="{E7A17B27-5C35-4C41-BE86-552AB16F80E6}">
      <dsp:nvSpPr>
        <dsp:cNvPr id="0" name=""/>
        <dsp:cNvSpPr/>
      </dsp:nvSpPr>
      <dsp:spPr>
        <a:xfrm>
          <a:off x="5614041" y="2242979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Xem các đơn thuốc được kê cho bn</a:t>
          </a:r>
        </a:p>
      </dsp:txBody>
      <dsp:txXfrm>
        <a:off x="5614041" y="2242979"/>
        <a:ext cx="1576480" cy="788240"/>
      </dsp:txXfrm>
    </dsp:sp>
    <dsp:sp modelId="{674A08E2-433D-4A58-B585-1BCE9B09440F}">
      <dsp:nvSpPr>
        <dsp:cNvPr id="0" name=""/>
        <dsp:cNvSpPr/>
      </dsp:nvSpPr>
      <dsp:spPr>
        <a:xfrm>
          <a:off x="5614041" y="3362280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Tạo đơn thuốc cho bệnh nhân cũ</a:t>
          </a:r>
        </a:p>
      </dsp:txBody>
      <dsp:txXfrm>
        <a:off x="5614041" y="3362280"/>
        <a:ext cx="1576480" cy="788240"/>
      </dsp:txXfrm>
    </dsp:sp>
    <dsp:sp modelId="{9533B035-00D6-49AE-95A2-6BEAE71379B7}">
      <dsp:nvSpPr>
        <dsp:cNvPr id="0" name=""/>
        <dsp:cNvSpPr/>
      </dsp:nvSpPr>
      <dsp:spPr>
        <a:xfrm>
          <a:off x="5614041" y="4481581"/>
          <a:ext cx="1576480" cy="788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Tạo đơn thuốc cho bệnh nhân mới</a:t>
          </a:r>
        </a:p>
      </dsp:txBody>
      <dsp:txXfrm>
        <a:off x="5614041" y="4481581"/>
        <a:ext cx="1576480" cy="788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8542D-5F3F-44AA-BB27-7CCC1815DDB2}">
      <dsp:nvSpPr>
        <dsp:cNvPr id="0" name=""/>
        <dsp:cNvSpPr/>
      </dsp:nvSpPr>
      <dsp:spPr>
        <a:xfrm>
          <a:off x="4465319" y="813531"/>
          <a:ext cx="979432" cy="339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984"/>
              </a:lnTo>
              <a:lnTo>
                <a:pt x="979432" y="169984"/>
              </a:lnTo>
              <a:lnTo>
                <a:pt x="979432" y="33996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822974-30DC-48EB-A15F-D92A17F34508}">
      <dsp:nvSpPr>
        <dsp:cNvPr id="0" name=""/>
        <dsp:cNvSpPr/>
      </dsp:nvSpPr>
      <dsp:spPr>
        <a:xfrm>
          <a:off x="2838328" y="1962947"/>
          <a:ext cx="242834" cy="3043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3525"/>
              </a:lnTo>
              <a:lnTo>
                <a:pt x="242834" y="304352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D04262-FED1-4E0F-AD81-0AFEB685AA9F}">
      <dsp:nvSpPr>
        <dsp:cNvPr id="0" name=""/>
        <dsp:cNvSpPr/>
      </dsp:nvSpPr>
      <dsp:spPr>
        <a:xfrm>
          <a:off x="2838328" y="1962947"/>
          <a:ext cx="242834" cy="18941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4108"/>
              </a:lnTo>
              <a:lnTo>
                <a:pt x="242834" y="18941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92933-19EA-43E3-822F-6871D1B1BD9B}">
      <dsp:nvSpPr>
        <dsp:cNvPr id="0" name=""/>
        <dsp:cNvSpPr/>
      </dsp:nvSpPr>
      <dsp:spPr>
        <a:xfrm>
          <a:off x="2838328" y="1962947"/>
          <a:ext cx="242834" cy="744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4692"/>
              </a:lnTo>
              <a:lnTo>
                <a:pt x="242834" y="74469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E62E12-5375-4A44-AA9A-6F26EE5E9C59}">
      <dsp:nvSpPr>
        <dsp:cNvPr id="0" name=""/>
        <dsp:cNvSpPr/>
      </dsp:nvSpPr>
      <dsp:spPr>
        <a:xfrm>
          <a:off x="3485887" y="813531"/>
          <a:ext cx="979432" cy="339968"/>
        </a:xfrm>
        <a:custGeom>
          <a:avLst/>
          <a:gdLst/>
          <a:ahLst/>
          <a:cxnLst/>
          <a:rect l="0" t="0" r="0" b="0"/>
          <a:pathLst>
            <a:path>
              <a:moveTo>
                <a:pt x="979432" y="0"/>
              </a:moveTo>
              <a:lnTo>
                <a:pt x="979432" y="169984"/>
              </a:lnTo>
              <a:lnTo>
                <a:pt x="0" y="169984"/>
              </a:lnTo>
              <a:lnTo>
                <a:pt x="0" y="33996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F305D6-9456-46A4-9CB1-5021C1582C01}">
      <dsp:nvSpPr>
        <dsp:cNvPr id="0" name=""/>
        <dsp:cNvSpPr/>
      </dsp:nvSpPr>
      <dsp:spPr>
        <a:xfrm>
          <a:off x="3655871" y="4082"/>
          <a:ext cx="1618896" cy="809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Bệnh nhân</a:t>
          </a:r>
        </a:p>
      </dsp:txBody>
      <dsp:txXfrm>
        <a:off x="3655871" y="4082"/>
        <a:ext cx="1618896" cy="809448"/>
      </dsp:txXfrm>
    </dsp:sp>
    <dsp:sp modelId="{85540D27-928F-43CF-BB60-B10F6F9FFDD4}">
      <dsp:nvSpPr>
        <dsp:cNvPr id="0" name=""/>
        <dsp:cNvSpPr/>
      </dsp:nvSpPr>
      <dsp:spPr>
        <a:xfrm>
          <a:off x="2676439" y="1153499"/>
          <a:ext cx="1618896" cy="809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Hồ sơ bệnh nhân</a:t>
          </a:r>
        </a:p>
      </dsp:txBody>
      <dsp:txXfrm>
        <a:off x="2676439" y="1153499"/>
        <a:ext cx="1618896" cy="809448"/>
      </dsp:txXfrm>
    </dsp:sp>
    <dsp:sp modelId="{90A3F6C5-24BE-4ADC-ACBB-82AA3516D98F}">
      <dsp:nvSpPr>
        <dsp:cNvPr id="0" name=""/>
        <dsp:cNvSpPr/>
      </dsp:nvSpPr>
      <dsp:spPr>
        <a:xfrm>
          <a:off x="3081163" y="2302915"/>
          <a:ext cx="1618896" cy="809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Đăng kí BHYT</a:t>
          </a:r>
        </a:p>
      </dsp:txBody>
      <dsp:txXfrm>
        <a:off x="3081163" y="2302915"/>
        <a:ext cx="1618896" cy="809448"/>
      </dsp:txXfrm>
    </dsp:sp>
    <dsp:sp modelId="{CB0A0108-E930-404D-B781-F2FEA8E5312B}">
      <dsp:nvSpPr>
        <dsp:cNvPr id="0" name=""/>
        <dsp:cNvSpPr/>
      </dsp:nvSpPr>
      <dsp:spPr>
        <a:xfrm>
          <a:off x="3081163" y="3452332"/>
          <a:ext cx="1618896" cy="809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Đăng kí thân nhân</a:t>
          </a:r>
        </a:p>
      </dsp:txBody>
      <dsp:txXfrm>
        <a:off x="3081163" y="3452332"/>
        <a:ext cx="1618896" cy="809448"/>
      </dsp:txXfrm>
    </dsp:sp>
    <dsp:sp modelId="{BED5F4B5-0462-4EDA-9774-FBDFBF3EA1A0}">
      <dsp:nvSpPr>
        <dsp:cNvPr id="0" name=""/>
        <dsp:cNvSpPr/>
      </dsp:nvSpPr>
      <dsp:spPr>
        <a:xfrm>
          <a:off x="3081163" y="4601748"/>
          <a:ext cx="1618896" cy="809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Đổi mật khẩu</a:t>
          </a:r>
        </a:p>
      </dsp:txBody>
      <dsp:txXfrm>
        <a:off x="3081163" y="4601748"/>
        <a:ext cx="1618896" cy="809448"/>
      </dsp:txXfrm>
    </dsp:sp>
    <dsp:sp modelId="{3E01D769-E46A-4488-8AD2-0BB18504DFEF}">
      <dsp:nvSpPr>
        <dsp:cNvPr id="0" name=""/>
        <dsp:cNvSpPr/>
      </dsp:nvSpPr>
      <dsp:spPr>
        <a:xfrm>
          <a:off x="4635304" y="1153499"/>
          <a:ext cx="1618896" cy="809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Các đơn thuốc được kê</a:t>
          </a:r>
        </a:p>
      </dsp:txBody>
      <dsp:txXfrm>
        <a:off x="4635304" y="1153499"/>
        <a:ext cx="1618896" cy="8094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2A8926-BA21-43A8-BD72-587900DF80A7}">
      <dsp:nvSpPr>
        <dsp:cNvPr id="0" name=""/>
        <dsp:cNvSpPr/>
      </dsp:nvSpPr>
      <dsp:spPr>
        <a:xfrm>
          <a:off x="7151727" y="2693214"/>
          <a:ext cx="153509" cy="2650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0588"/>
              </a:lnTo>
              <a:lnTo>
                <a:pt x="153509" y="265058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34316E-2C8D-4A24-B64A-BB659D9E9E11}">
      <dsp:nvSpPr>
        <dsp:cNvPr id="0" name=""/>
        <dsp:cNvSpPr/>
      </dsp:nvSpPr>
      <dsp:spPr>
        <a:xfrm>
          <a:off x="7151727" y="2693214"/>
          <a:ext cx="153509" cy="1923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979"/>
              </a:lnTo>
              <a:lnTo>
                <a:pt x="153509" y="192397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6E6705-9917-449A-A998-FEE9C23B6BF4}">
      <dsp:nvSpPr>
        <dsp:cNvPr id="0" name=""/>
        <dsp:cNvSpPr/>
      </dsp:nvSpPr>
      <dsp:spPr>
        <a:xfrm>
          <a:off x="7151727" y="2693214"/>
          <a:ext cx="153509" cy="1197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370"/>
              </a:lnTo>
              <a:lnTo>
                <a:pt x="153509" y="11973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CEB4EF-171F-4F9A-8F4B-E410015DC928}">
      <dsp:nvSpPr>
        <dsp:cNvPr id="0" name=""/>
        <dsp:cNvSpPr/>
      </dsp:nvSpPr>
      <dsp:spPr>
        <a:xfrm>
          <a:off x="7151727" y="2693214"/>
          <a:ext cx="153509" cy="470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760"/>
              </a:lnTo>
              <a:lnTo>
                <a:pt x="153509" y="4707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AB1037-9BE5-46E3-A34F-5C5B869DCCE0}">
      <dsp:nvSpPr>
        <dsp:cNvPr id="0" name=""/>
        <dsp:cNvSpPr/>
      </dsp:nvSpPr>
      <dsp:spPr>
        <a:xfrm>
          <a:off x="7515364" y="1966604"/>
          <a:ext cx="91440" cy="2149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49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D83F0-FC14-40DF-A6B7-AF858AC4099B}">
      <dsp:nvSpPr>
        <dsp:cNvPr id="0" name=""/>
        <dsp:cNvSpPr/>
      </dsp:nvSpPr>
      <dsp:spPr>
        <a:xfrm>
          <a:off x="5575701" y="1239995"/>
          <a:ext cx="1985383" cy="214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56"/>
              </a:lnTo>
              <a:lnTo>
                <a:pt x="1985383" y="107456"/>
              </a:lnTo>
              <a:lnTo>
                <a:pt x="1985383" y="2149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C4C844-BE07-41C0-8C4B-4CD2ABC9A0ED}">
      <dsp:nvSpPr>
        <dsp:cNvPr id="0" name=""/>
        <dsp:cNvSpPr/>
      </dsp:nvSpPr>
      <dsp:spPr>
        <a:xfrm>
          <a:off x="5657573" y="1966604"/>
          <a:ext cx="153509" cy="1923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979"/>
              </a:lnTo>
              <a:lnTo>
                <a:pt x="153509" y="192397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CD96F-BC4F-4207-85F0-5480439E9742}">
      <dsp:nvSpPr>
        <dsp:cNvPr id="0" name=""/>
        <dsp:cNvSpPr/>
      </dsp:nvSpPr>
      <dsp:spPr>
        <a:xfrm>
          <a:off x="5657573" y="1966604"/>
          <a:ext cx="153509" cy="1197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370"/>
              </a:lnTo>
              <a:lnTo>
                <a:pt x="153509" y="11973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C1B410-4AC4-42CD-BE95-0C15275AE047}">
      <dsp:nvSpPr>
        <dsp:cNvPr id="0" name=""/>
        <dsp:cNvSpPr/>
      </dsp:nvSpPr>
      <dsp:spPr>
        <a:xfrm>
          <a:off x="5657573" y="1966604"/>
          <a:ext cx="153509" cy="470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760"/>
              </a:lnTo>
              <a:lnTo>
                <a:pt x="153509" y="4707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A6A5F9-4597-4640-A36A-465CA19D395A}">
      <dsp:nvSpPr>
        <dsp:cNvPr id="0" name=""/>
        <dsp:cNvSpPr/>
      </dsp:nvSpPr>
      <dsp:spPr>
        <a:xfrm>
          <a:off x="5575701" y="1239995"/>
          <a:ext cx="491228" cy="214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56"/>
              </a:lnTo>
              <a:lnTo>
                <a:pt x="491228" y="107456"/>
              </a:lnTo>
              <a:lnTo>
                <a:pt x="491228" y="2149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A4F46C-BDE5-43F7-86E1-3A09CF8935CF}">
      <dsp:nvSpPr>
        <dsp:cNvPr id="0" name=""/>
        <dsp:cNvSpPr/>
      </dsp:nvSpPr>
      <dsp:spPr>
        <a:xfrm>
          <a:off x="4419267" y="1966604"/>
          <a:ext cx="153509" cy="3377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77198"/>
              </a:lnTo>
              <a:lnTo>
                <a:pt x="153509" y="33771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36C39-C745-48B1-89FE-2E5F62F6DF4E}">
      <dsp:nvSpPr>
        <dsp:cNvPr id="0" name=""/>
        <dsp:cNvSpPr/>
      </dsp:nvSpPr>
      <dsp:spPr>
        <a:xfrm>
          <a:off x="4419267" y="1966604"/>
          <a:ext cx="153509" cy="2650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0588"/>
              </a:lnTo>
              <a:lnTo>
                <a:pt x="153509" y="265058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133A77-39D9-4841-8498-A04FFFD7C40A}">
      <dsp:nvSpPr>
        <dsp:cNvPr id="0" name=""/>
        <dsp:cNvSpPr/>
      </dsp:nvSpPr>
      <dsp:spPr>
        <a:xfrm>
          <a:off x="4419267" y="1966604"/>
          <a:ext cx="153509" cy="1923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979"/>
              </a:lnTo>
              <a:lnTo>
                <a:pt x="153509" y="192397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8F787-9EDB-4771-A1C4-04F20CD8B5FC}">
      <dsp:nvSpPr>
        <dsp:cNvPr id="0" name=""/>
        <dsp:cNvSpPr/>
      </dsp:nvSpPr>
      <dsp:spPr>
        <a:xfrm>
          <a:off x="4419267" y="1966604"/>
          <a:ext cx="153509" cy="1197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370"/>
              </a:lnTo>
              <a:lnTo>
                <a:pt x="153509" y="11973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8BE88A-D4BC-49E0-BFB1-5CF188292EA0}">
      <dsp:nvSpPr>
        <dsp:cNvPr id="0" name=""/>
        <dsp:cNvSpPr/>
      </dsp:nvSpPr>
      <dsp:spPr>
        <a:xfrm>
          <a:off x="4419267" y="1966604"/>
          <a:ext cx="153509" cy="470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760"/>
              </a:lnTo>
              <a:lnTo>
                <a:pt x="153509" y="4707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4CF33-8780-447D-A590-75C711AC07EE}">
      <dsp:nvSpPr>
        <dsp:cNvPr id="0" name=""/>
        <dsp:cNvSpPr/>
      </dsp:nvSpPr>
      <dsp:spPr>
        <a:xfrm>
          <a:off x="4828624" y="1239995"/>
          <a:ext cx="747077" cy="214912"/>
        </a:xfrm>
        <a:custGeom>
          <a:avLst/>
          <a:gdLst/>
          <a:ahLst/>
          <a:cxnLst/>
          <a:rect l="0" t="0" r="0" b="0"/>
          <a:pathLst>
            <a:path>
              <a:moveTo>
                <a:pt x="747077" y="0"/>
              </a:moveTo>
              <a:lnTo>
                <a:pt x="747077" y="107456"/>
              </a:lnTo>
              <a:lnTo>
                <a:pt x="0" y="107456"/>
              </a:lnTo>
              <a:lnTo>
                <a:pt x="0" y="2149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F408F4-B9F4-4302-A224-1EDE01DAFF8B}">
      <dsp:nvSpPr>
        <dsp:cNvPr id="0" name=""/>
        <dsp:cNvSpPr/>
      </dsp:nvSpPr>
      <dsp:spPr>
        <a:xfrm>
          <a:off x="3180961" y="1966604"/>
          <a:ext cx="153509" cy="3377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77198"/>
              </a:lnTo>
              <a:lnTo>
                <a:pt x="153509" y="33771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EF4E8-1A13-4C5D-A495-736D04FEB65A}">
      <dsp:nvSpPr>
        <dsp:cNvPr id="0" name=""/>
        <dsp:cNvSpPr/>
      </dsp:nvSpPr>
      <dsp:spPr>
        <a:xfrm>
          <a:off x="3180961" y="1966604"/>
          <a:ext cx="153509" cy="2650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0588"/>
              </a:lnTo>
              <a:lnTo>
                <a:pt x="153509" y="265058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C90B1-4A21-42B6-8706-D1FFC456F841}">
      <dsp:nvSpPr>
        <dsp:cNvPr id="0" name=""/>
        <dsp:cNvSpPr/>
      </dsp:nvSpPr>
      <dsp:spPr>
        <a:xfrm>
          <a:off x="3180961" y="1966604"/>
          <a:ext cx="153509" cy="1923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979"/>
              </a:lnTo>
              <a:lnTo>
                <a:pt x="153509" y="192397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A73918-E17E-4C84-8747-D0F35CE703DC}">
      <dsp:nvSpPr>
        <dsp:cNvPr id="0" name=""/>
        <dsp:cNvSpPr/>
      </dsp:nvSpPr>
      <dsp:spPr>
        <a:xfrm>
          <a:off x="3180961" y="1966604"/>
          <a:ext cx="153509" cy="1197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370"/>
              </a:lnTo>
              <a:lnTo>
                <a:pt x="153509" y="11973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9F3512-295A-4B4F-906B-423DB21DDC35}">
      <dsp:nvSpPr>
        <dsp:cNvPr id="0" name=""/>
        <dsp:cNvSpPr/>
      </dsp:nvSpPr>
      <dsp:spPr>
        <a:xfrm>
          <a:off x="3180961" y="1966604"/>
          <a:ext cx="153509" cy="470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760"/>
              </a:lnTo>
              <a:lnTo>
                <a:pt x="153509" y="4707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0D3069-DA6E-4882-94BB-BFDBE9A406C7}">
      <dsp:nvSpPr>
        <dsp:cNvPr id="0" name=""/>
        <dsp:cNvSpPr/>
      </dsp:nvSpPr>
      <dsp:spPr>
        <a:xfrm>
          <a:off x="3590318" y="1239995"/>
          <a:ext cx="1985383" cy="214912"/>
        </a:xfrm>
        <a:custGeom>
          <a:avLst/>
          <a:gdLst/>
          <a:ahLst/>
          <a:cxnLst/>
          <a:rect l="0" t="0" r="0" b="0"/>
          <a:pathLst>
            <a:path>
              <a:moveTo>
                <a:pt x="1985383" y="0"/>
              </a:moveTo>
              <a:lnTo>
                <a:pt x="1985383" y="107456"/>
              </a:lnTo>
              <a:lnTo>
                <a:pt x="0" y="107456"/>
              </a:lnTo>
              <a:lnTo>
                <a:pt x="0" y="2149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0BB1A8-0DA7-4745-A16B-54CDA471468D}">
      <dsp:nvSpPr>
        <dsp:cNvPr id="0" name=""/>
        <dsp:cNvSpPr/>
      </dsp:nvSpPr>
      <dsp:spPr>
        <a:xfrm>
          <a:off x="3654280" y="513386"/>
          <a:ext cx="1921421" cy="214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56"/>
              </a:lnTo>
              <a:lnTo>
                <a:pt x="1921421" y="107456"/>
              </a:lnTo>
              <a:lnTo>
                <a:pt x="1921421" y="2149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AED7DA-27C7-4B06-BCA6-A93ABA61FBD7}">
      <dsp:nvSpPr>
        <dsp:cNvPr id="0" name=""/>
        <dsp:cNvSpPr/>
      </dsp:nvSpPr>
      <dsp:spPr>
        <a:xfrm>
          <a:off x="1942655" y="1966604"/>
          <a:ext cx="153509" cy="1923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979"/>
              </a:lnTo>
              <a:lnTo>
                <a:pt x="153509" y="192397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9B98C4-CCE1-4456-BDC8-6CBE9F314907}">
      <dsp:nvSpPr>
        <dsp:cNvPr id="0" name=""/>
        <dsp:cNvSpPr/>
      </dsp:nvSpPr>
      <dsp:spPr>
        <a:xfrm>
          <a:off x="1942655" y="1966604"/>
          <a:ext cx="153509" cy="1197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370"/>
              </a:lnTo>
              <a:lnTo>
                <a:pt x="153509" y="11973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11B8A7-0F13-4EC7-824D-DFDD37ED537E}">
      <dsp:nvSpPr>
        <dsp:cNvPr id="0" name=""/>
        <dsp:cNvSpPr/>
      </dsp:nvSpPr>
      <dsp:spPr>
        <a:xfrm>
          <a:off x="1942655" y="1966604"/>
          <a:ext cx="153509" cy="470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760"/>
              </a:lnTo>
              <a:lnTo>
                <a:pt x="153509" y="4707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5C0FB-F1CF-4757-BDB7-FBA1FF24CECD}">
      <dsp:nvSpPr>
        <dsp:cNvPr id="0" name=""/>
        <dsp:cNvSpPr/>
      </dsp:nvSpPr>
      <dsp:spPr>
        <a:xfrm>
          <a:off x="1732859" y="1239995"/>
          <a:ext cx="619152" cy="214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56"/>
              </a:lnTo>
              <a:lnTo>
                <a:pt x="619152" y="107456"/>
              </a:lnTo>
              <a:lnTo>
                <a:pt x="619152" y="2149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BAE8E3-9E1B-4974-B54F-19C7A74FA748}">
      <dsp:nvSpPr>
        <dsp:cNvPr id="0" name=""/>
        <dsp:cNvSpPr/>
      </dsp:nvSpPr>
      <dsp:spPr>
        <a:xfrm>
          <a:off x="704349" y="1966604"/>
          <a:ext cx="153509" cy="1197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370"/>
              </a:lnTo>
              <a:lnTo>
                <a:pt x="153509" y="11973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6B8E13-E253-4F1E-8828-B18B64CF83FA}">
      <dsp:nvSpPr>
        <dsp:cNvPr id="0" name=""/>
        <dsp:cNvSpPr/>
      </dsp:nvSpPr>
      <dsp:spPr>
        <a:xfrm>
          <a:off x="704349" y="1966604"/>
          <a:ext cx="153509" cy="470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760"/>
              </a:lnTo>
              <a:lnTo>
                <a:pt x="153509" y="4707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8851A4-D57F-4F5F-A214-0DDE3E95970E}">
      <dsp:nvSpPr>
        <dsp:cNvPr id="0" name=""/>
        <dsp:cNvSpPr/>
      </dsp:nvSpPr>
      <dsp:spPr>
        <a:xfrm>
          <a:off x="1113706" y="1239995"/>
          <a:ext cx="619152" cy="214912"/>
        </a:xfrm>
        <a:custGeom>
          <a:avLst/>
          <a:gdLst/>
          <a:ahLst/>
          <a:cxnLst/>
          <a:rect l="0" t="0" r="0" b="0"/>
          <a:pathLst>
            <a:path>
              <a:moveTo>
                <a:pt x="619152" y="0"/>
              </a:moveTo>
              <a:lnTo>
                <a:pt x="619152" y="107456"/>
              </a:lnTo>
              <a:lnTo>
                <a:pt x="0" y="107456"/>
              </a:lnTo>
              <a:lnTo>
                <a:pt x="0" y="2149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268B4-F808-47A6-8668-80111BDF4E73}">
      <dsp:nvSpPr>
        <dsp:cNvPr id="0" name=""/>
        <dsp:cNvSpPr/>
      </dsp:nvSpPr>
      <dsp:spPr>
        <a:xfrm>
          <a:off x="1732859" y="513386"/>
          <a:ext cx="1921421" cy="214912"/>
        </a:xfrm>
        <a:custGeom>
          <a:avLst/>
          <a:gdLst/>
          <a:ahLst/>
          <a:cxnLst/>
          <a:rect l="0" t="0" r="0" b="0"/>
          <a:pathLst>
            <a:path>
              <a:moveTo>
                <a:pt x="1921421" y="0"/>
              </a:moveTo>
              <a:lnTo>
                <a:pt x="1921421" y="107456"/>
              </a:lnTo>
              <a:lnTo>
                <a:pt x="0" y="107456"/>
              </a:lnTo>
              <a:lnTo>
                <a:pt x="0" y="2149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8BCD9-A901-4EE5-B059-4FABBA60C046}">
      <dsp:nvSpPr>
        <dsp:cNvPr id="0" name=""/>
        <dsp:cNvSpPr/>
      </dsp:nvSpPr>
      <dsp:spPr>
        <a:xfrm>
          <a:off x="3142584" y="1689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</a:t>
          </a:r>
        </a:p>
      </dsp:txBody>
      <dsp:txXfrm>
        <a:off x="3142584" y="1689"/>
        <a:ext cx="1023393" cy="511696"/>
      </dsp:txXfrm>
    </dsp:sp>
    <dsp:sp modelId="{51357279-0C40-4EF9-93C4-8E6E2EFEA26B}">
      <dsp:nvSpPr>
        <dsp:cNvPr id="0" name=""/>
        <dsp:cNvSpPr/>
      </dsp:nvSpPr>
      <dsp:spPr>
        <a:xfrm>
          <a:off x="1221163" y="72829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Frontend</a:t>
          </a:r>
        </a:p>
      </dsp:txBody>
      <dsp:txXfrm>
        <a:off x="1221163" y="728298"/>
        <a:ext cx="1023393" cy="511696"/>
      </dsp:txXfrm>
    </dsp:sp>
    <dsp:sp modelId="{C099E5E7-6557-4167-B759-0ADB1385CDB3}">
      <dsp:nvSpPr>
        <dsp:cNvPr id="0" name=""/>
        <dsp:cNvSpPr/>
      </dsp:nvSpPr>
      <dsp:spPr>
        <a:xfrm>
          <a:off x="602010" y="145490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Template</a:t>
          </a:r>
        </a:p>
      </dsp:txBody>
      <dsp:txXfrm>
        <a:off x="602010" y="1454908"/>
        <a:ext cx="1023393" cy="511696"/>
      </dsp:txXfrm>
    </dsp:sp>
    <dsp:sp modelId="{822AF33C-2D1F-4D21-8886-31211D07BFDE}">
      <dsp:nvSpPr>
        <dsp:cNvPr id="0" name=""/>
        <dsp:cNvSpPr/>
      </dsp:nvSpPr>
      <dsp:spPr>
        <a:xfrm>
          <a:off x="857858" y="2181517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Base</a:t>
          </a:r>
        </a:p>
      </dsp:txBody>
      <dsp:txXfrm>
        <a:off x="857858" y="2181517"/>
        <a:ext cx="1023393" cy="511696"/>
      </dsp:txXfrm>
    </dsp:sp>
    <dsp:sp modelId="{ED33AF37-B3C1-4208-9731-9A996E6192CD}">
      <dsp:nvSpPr>
        <dsp:cNvPr id="0" name=""/>
        <dsp:cNvSpPr/>
      </dsp:nvSpPr>
      <dsp:spPr>
        <a:xfrm>
          <a:off x="857858" y="290812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Extending files…</a:t>
          </a:r>
        </a:p>
      </dsp:txBody>
      <dsp:txXfrm>
        <a:off x="857858" y="2908126"/>
        <a:ext cx="1023393" cy="511696"/>
      </dsp:txXfrm>
    </dsp:sp>
    <dsp:sp modelId="{D07149D2-0CC8-4E12-88EB-4783295CDE9D}">
      <dsp:nvSpPr>
        <dsp:cNvPr id="0" name=""/>
        <dsp:cNvSpPr/>
      </dsp:nvSpPr>
      <dsp:spPr>
        <a:xfrm>
          <a:off x="1840316" y="145490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Static</a:t>
          </a:r>
        </a:p>
      </dsp:txBody>
      <dsp:txXfrm>
        <a:off x="1840316" y="1454908"/>
        <a:ext cx="1023393" cy="511696"/>
      </dsp:txXfrm>
    </dsp:sp>
    <dsp:sp modelId="{5D5618DA-21B3-42CE-89DF-E85B386EDB00}">
      <dsp:nvSpPr>
        <dsp:cNvPr id="0" name=""/>
        <dsp:cNvSpPr/>
      </dsp:nvSpPr>
      <dsp:spPr>
        <a:xfrm>
          <a:off x="2096164" y="2181517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Css</a:t>
          </a:r>
        </a:p>
      </dsp:txBody>
      <dsp:txXfrm>
        <a:off x="2096164" y="2181517"/>
        <a:ext cx="1023393" cy="511696"/>
      </dsp:txXfrm>
    </dsp:sp>
    <dsp:sp modelId="{88B1ABF3-BC10-4A40-B3B4-C13360B940EC}">
      <dsp:nvSpPr>
        <dsp:cNvPr id="0" name=""/>
        <dsp:cNvSpPr/>
      </dsp:nvSpPr>
      <dsp:spPr>
        <a:xfrm>
          <a:off x="2096164" y="290812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Js</a:t>
          </a:r>
        </a:p>
      </dsp:txBody>
      <dsp:txXfrm>
        <a:off x="2096164" y="2908126"/>
        <a:ext cx="1023393" cy="511696"/>
      </dsp:txXfrm>
    </dsp:sp>
    <dsp:sp modelId="{B898E4CD-539B-42FA-9835-B690414F5E27}">
      <dsp:nvSpPr>
        <dsp:cNvPr id="0" name=""/>
        <dsp:cNvSpPr/>
      </dsp:nvSpPr>
      <dsp:spPr>
        <a:xfrm>
          <a:off x="2096164" y="363473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Img</a:t>
          </a:r>
        </a:p>
      </dsp:txBody>
      <dsp:txXfrm>
        <a:off x="2096164" y="3634736"/>
        <a:ext cx="1023393" cy="511696"/>
      </dsp:txXfrm>
    </dsp:sp>
    <dsp:sp modelId="{2228BECA-B3AC-4FCA-8F75-9E0A6178048B}">
      <dsp:nvSpPr>
        <dsp:cNvPr id="0" name=""/>
        <dsp:cNvSpPr/>
      </dsp:nvSpPr>
      <dsp:spPr>
        <a:xfrm>
          <a:off x="5064005" y="72829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Backend</a:t>
          </a:r>
        </a:p>
      </dsp:txBody>
      <dsp:txXfrm>
        <a:off x="5064005" y="728298"/>
        <a:ext cx="1023393" cy="511696"/>
      </dsp:txXfrm>
    </dsp:sp>
    <dsp:sp modelId="{B7B84F3E-5465-44B5-B182-09DF80890BA5}">
      <dsp:nvSpPr>
        <dsp:cNvPr id="0" name=""/>
        <dsp:cNvSpPr/>
      </dsp:nvSpPr>
      <dsp:spPr>
        <a:xfrm>
          <a:off x="3078622" y="145490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Api</a:t>
          </a:r>
        </a:p>
      </dsp:txBody>
      <dsp:txXfrm>
        <a:off x="3078622" y="1454908"/>
        <a:ext cx="1023393" cy="511696"/>
      </dsp:txXfrm>
    </dsp:sp>
    <dsp:sp modelId="{D27CDC1B-3056-49B1-B9DF-A0A40E2F836B}">
      <dsp:nvSpPr>
        <dsp:cNvPr id="0" name=""/>
        <dsp:cNvSpPr/>
      </dsp:nvSpPr>
      <dsp:spPr>
        <a:xfrm>
          <a:off x="3334470" y="2181517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Auth</a:t>
          </a:r>
        </a:p>
      </dsp:txBody>
      <dsp:txXfrm>
        <a:off x="3334470" y="2181517"/>
        <a:ext cx="1023393" cy="511696"/>
      </dsp:txXfrm>
    </dsp:sp>
    <dsp:sp modelId="{7B53DD2F-DB77-4FB9-9CBA-11A5DDF238E0}">
      <dsp:nvSpPr>
        <dsp:cNvPr id="0" name=""/>
        <dsp:cNvSpPr/>
      </dsp:nvSpPr>
      <dsp:spPr>
        <a:xfrm>
          <a:off x="3334470" y="290812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User</a:t>
          </a:r>
        </a:p>
      </dsp:txBody>
      <dsp:txXfrm>
        <a:off x="3334470" y="2908126"/>
        <a:ext cx="1023393" cy="511696"/>
      </dsp:txXfrm>
    </dsp:sp>
    <dsp:sp modelId="{964D65E4-733E-435A-A2F9-984F64520C57}">
      <dsp:nvSpPr>
        <dsp:cNvPr id="0" name=""/>
        <dsp:cNvSpPr/>
      </dsp:nvSpPr>
      <dsp:spPr>
        <a:xfrm>
          <a:off x="3334470" y="363473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Admin</a:t>
          </a:r>
        </a:p>
      </dsp:txBody>
      <dsp:txXfrm>
        <a:off x="3334470" y="3634736"/>
        <a:ext cx="1023393" cy="511696"/>
      </dsp:txXfrm>
    </dsp:sp>
    <dsp:sp modelId="{2A5C9F0B-E215-4249-AA13-F064DDD0D3EA}">
      <dsp:nvSpPr>
        <dsp:cNvPr id="0" name=""/>
        <dsp:cNvSpPr/>
      </dsp:nvSpPr>
      <dsp:spPr>
        <a:xfrm>
          <a:off x="3334470" y="4361345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Doctor</a:t>
          </a:r>
        </a:p>
      </dsp:txBody>
      <dsp:txXfrm>
        <a:off x="3334470" y="4361345"/>
        <a:ext cx="1023393" cy="511696"/>
      </dsp:txXfrm>
    </dsp:sp>
    <dsp:sp modelId="{50377EB7-3FCC-4813-AE29-E6DF71E82EDB}">
      <dsp:nvSpPr>
        <dsp:cNvPr id="0" name=""/>
        <dsp:cNvSpPr/>
      </dsp:nvSpPr>
      <dsp:spPr>
        <a:xfrm>
          <a:off x="3334470" y="5087954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Patient</a:t>
          </a:r>
        </a:p>
      </dsp:txBody>
      <dsp:txXfrm>
        <a:off x="3334470" y="5087954"/>
        <a:ext cx="1023393" cy="511696"/>
      </dsp:txXfrm>
    </dsp:sp>
    <dsp:sp modelId="{2F040CC6-A28E-4A3B-A111-A956BB7A6328}">
      <dsp:nvSpPr>
        <dsp:cNvPr id="0" name=""/>
        <dsp:cNvSpPr/>
      </dsp:nvSpPr>
      <dsp:spPr>
        <a:xfrm>
          <a:off x="4316927" y="145490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Models</a:t>
          </a:r>
        </a:p>
      </dsp:txBody>
      <dsp:txXfrm>
        <a:off x="4316927" y="1454908"/>
        <a:ext cx="1023393" cy="511696"/>
      </dsp:txXfrm>
    </dsp:sp>
    <dsp:sp modelId="{C99CCBF9-B38F-418C-9287-1882177C13C6}">
      <dsp:nvSpPr>
        <dsp:cNvPr id="0" name=""/>
        <dsp:cNvSpPr/>
      </dsp:nvSpPr>
      <dsp:spPr>
        <a:xfrm>
          <a:off x="4572776" y="2181517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Patient</a:t>
          </a:r>
        </a:p>
      </dsp:txBody>
      <dsp:txXfrm>
        <a:off x="4572776" y="2181517"/>
        <a:ext cx="1023393" cy="511696"/>
      </dsp:txXfrm>
    </dsp:sp>
    <dsp:sp modelId="{17FAA371-D083-4C80-9844-22D908E242E2}">
      <dsp:nvSpPr>
        <dsp:cNvPr id="0" name=""/>
        <dsp:cNvSpPr/>
      </dsp:nvSpPr>
      <dsp:spPr>
        <a:xfrm>
          <a:off x="4572776" y="290812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Doctor</a:t>
          </a:r>
        </a:p>
      </dsp:txBody>
      <dsp:txXfrm>
        <a:off x="4572776" y="2908126"/>
        <a:ext cx="1023393" cy="511696"/>
      </dsp:txXfrm>
    </dsp:sp>
    <dsp:sp modelId="{E2541DC1-11A7-44E3-8BC2-97B6E53AC366}">
      <dsp:nvSpPr>
        <dsp:cNvPr id="0" name=""/>
        <dsp:cNvSpPr/>
      </dsp:nvSpPr>
      <dsp:spPr>
        <a:xfrm>
          <a:off x="4572776" y="363473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Room</a:t>
          </a:r>
        </a:p>
      </dsp:txBody>
      <dsp:txXfrm>
        <a:off x="4572776" y="3634736"/>
        <a:ext cx="1023393" cy="511696"/>
      </dsp:txXfrm>
    </dsp:sp>
    <dsp:sp modelId="{759EC99A-C901-4CA1-9D4F-245A8848011C}">
      <dsp:nvSpPr>
        <dsp:cNvPr id="0" name=""/>
        <dsp:cNvSpPr/>
      </dsp:nvSpPr>
      <dsp:spPr>
        <a:xfrm>
          <a:off x="4572776" y="4361345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Medicine</a:t>
          </a:r>
        </a:p>
      </dsp:txBody>
      <dsp:txXfrm>
        <a:off x="4572776" y="4361345"/>
        <a:ext cx="1023393" cy="511696"/>
      </dsp:txXfrm>
    </dsp:sp>
    <dsp:sp modelId="{82E8B599-D671-4030-85F9-27BD54D9E4E2}">
      <dsp:nvSpPr>
        <dsp:cNvPr id="0" name=""/>
        <dsp:cNvSpPr/>
      </dsp:nvSpPr>
      <dsp:spPr>
        <a:xfrm>
          <a:off x="4572776" y="5087954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….</a:t>
          </a:r>
        </a:p>
      </dsp:txBody>
      <dsp:txXfrm>
        <a:off x="4572776" y="5087954"/>
        <a:ext cx="1023393" cy="511696"/>
      </dsp:txXfrm>
    </dsp:sp>
    <dsp:sp modelId="{CA9F2444-962F-40AC-98FA-BEBE8F0995AF}">
      <dsp:nvSpPr>
        <dsp:cNvPr id="0" name=""/>
        <dsp:cNvSpPr/>
      </dsp:nvSpPr>
      <dsp:spPr>
        <a:xfrm>
          <a:off x="5555233" y="145490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Repositories</a:t>
          </a:r>
        </a:p>
      </dsp:txBody>
      <dsp:txXfrm>
        <a:off x="5555233" y="1454908"/>
        <a:ext cx="1023393" cy="511696"/>
      </dsp:txXfrm>
    </dsp:sp>
    <dsp:sp modelId="{15408AD9-59B5-45B4-A38E-4B5DD02591DB}">
      <dsp:nvSpPr>
        <dsp:cNvPr id="0" name=""/>
        <dsp:cNvSpPr/>
      </dsp:nvSpPr>
      <dsp:spPr>
        <a:xfrm>
          <a:off x="5811082" y="2181517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Patient_repo</a:t>
          </a:r>
        </a:p>
      </dsp:txBody>
      <dsp:txXfrm>
        <a:off x="5811082" y="2181517"/>
        <a:ext cx="1023393" cy="511696"/>
      </dsp:txXfrm>
    </dsp:sp>
    <dsp:sp modelId="{F92CE8A7-A453-4780-947A-0E291FD212E8}">
      <dsp:nvSpPr>
        <dsp:cNvPr id="0" name=""/>
        <dsp:cNvSpPr/>
      </dsp:nvSpPr>
      <dsp:spPr>
        <a:xfrm>
          <a:off x="5811082" y="290812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Doctor_repo</a:t>
          </a:r>
        </a:p>
      </dsp:txBody>
      <dsp:txXfrm>
        <a:off x="5811082" y="2908126"/>
        <a:ext cx="1023393" cy="511696"/>
      </dsp:txXfrm>
    </dsp:sp>
    <dsp:sp modelId="{65355A6A-1DB1-460A-8736-78A3BC6C9905}">
      <dsp:nvSpPr>
        <dsp:cNvPr id="0" name=""/>
        <dsp:cNvSpPr/>
      </dsp:nvSpPr>
      <dsp:spPr>
        <a:xfrm>
          <a:off x="5811082" y="363473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…..</a:t>
          </a:r>
        </a:p>
      </dsp:txBody>
      <dsp:txXfrm>
        <a:off x="5811082" y="3634736"/>
        <a:ext cx="1023393" cy="511696"/>
      </dsp:txXfrm>
    </dsp:sp>
    <dsp:sp modelId="{F9420853-D282-430A-B71A-6566691C73D3}">
      <dsp:nvSpPr>
        <dsp:cNvPr id="0" name=""/>
        <dsp:cNvSpPr/>
      </dsp:nvSpPr>
      <dsp:spPr>
        <a:xfrm>
          <a:off x="7049388" y="1454908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Services</a:t>
          </a:r>
        </a:p>
      </dsp:txBody>
      <dsp:txXfrm>
        <a:off x="7049388" y="1454908"/>
        <a:ext cx="1023393" cy="511696"/>
      </dsp:txXfrm>
    </dsp:sp>
    <dsp:sp modelId="{38DAD60F-5D2D-4E62-83EE-315E4A3496EC}">
      <dsp:nvSpPr>
        <dsp:cNvPr id="0" name=""/>
        <dsp:cNvSpPr/>
      </dsp:nvSpPr>
      <dsp:spPr>
        <a:xfrm>
          <a:off x="7049388" y="2181517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Admin</a:t>
          </a:r>
        </a:p>
      </dsp:txBody>
      <dsp:txXfrm>
        <a:off x="7049388" y="2181517"/>
        <a:ext cx="1023393" cy="511696"/>
      </dsp:txXfrm>
    </dsp:sp>
    <dsp:sp modelId="{D18E1826-F515-46A8-917E-E9E8699BFA05}">
      <dsp:nvSpPr>
        <dsp:cNvPr id="0" name=""/>
        <dsp:cNvSpPr/>
      </dsp:nvSpPr>
      <dsp:spPr>
        <a:xfrm>
          <a:off x="7305236" y="290812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Dashboard</a:t>
          </a:r>
        </a:p>
      </dsp:txBody>
      <dsp:txXfrm>
        <a:off x="7305236" y="2908126"/>
        <a:ext cx="1023393" cy="511696"/>
      </dsp:txXfrm>
    </dsp:sp>
    <dsp:sp modelId="{D8CCBBBA-8A1B-43DE-B25D-8EC7AEB77D9E}">
      <dsp:nvSpPr>
        <dsp:cNvPr id="0" name=""/>
        <dsp:cNvSpPr/>
      </dsp:nvSpPr>
      <dsp:spPr>
        <a:xfrm>
          <a:off x="7305236" y="3634736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Inventory</a:t>
          </a:r>
        </a:p>
      </dsp:txBody>
      <dsp:txXfrm>
        <a:off x="7305236" y="3634736"/>
        <a:ext cx="1023393" cy="511696"/>
      </dsp:txXfrm>
    </dsp:sp>
    <dsp:sp modelId="{E8C0EC6D-5578-400A-A0E7-7C3D9AB76AA8}">
      <dsp:nvSpPr>
        <dsp:cNvPr id="0" name=""/>
        <dsp:cNvSpPr/>
      </dsp:nvSpPr>
      <dsp:spPr>
        <a:xfrm>
          <a:off x="7305236" y="4361345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Staffs</a:t>
          </a:r>
        </a:p>
      </dsp:txBody>
      <dsp:txXfrm>
        <a:off x="7305236" y="4361345"/>
        <a:ext cx="1023393" cy="511696"/>
      </dsp:txXfrm>
    </dsp:sp>
    <dsp:sp modelId="{53030234-61BE-4DA7-A39D-BF358F72E952}">
      <dsp:nvSpPr>
        <dsp:cNvPr id="0" name=""/>
        <dsp:cNvSpPr/>
      </dsp:nvSpPr>
      <dsp:spPr>
        <a:xfrm>
          <a:off x="7305236" y="5087954"/>
          <a:ext cx="1023393" cy="5116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….</a:t>
          </a:r>
        </a:p>
      </dsp:txBody>
      <dsp:txXfrm>
        <a:off x="7305236" y="5087954"/>
        <a:ext cx="1023393" cy="511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12CB-1AC4-0347-2C39-AFFA22528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FCA16-AEFA-C65C-3DEC-A470C2897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4ACE2-C305-FEEF-9224-31605C35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98329-5586-8028-16C0-501D99FE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55A18-7B31-0237-B42D-C35D6CDA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5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79CB-AF2A-BE89-4017-03AB326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2EF5-4A53-84C6-9670-0F0544BBF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310E7-EE02-0266-9E51-1096710A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09196-A1C6-5BB8-D93D-32B841AB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0F3D-446C-76D3-86A9-57CE319B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307E-EC95-CB4E-C2C8-E52735E2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9E001-83D8-342C-BA50-9426B3215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8116-24E2-2C55-0689-CB6A8373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F9105-2C71-1CE7-FBA6-684A1866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40B2-5135-28EB-B05B-32A8B719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0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64CD-5391-1896-73E7-11437B777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DFE28-1E13-8343-CC54-06966E99F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100AA-5C3D-8D84-FF6A-EAFAB410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04ED4-70FB-CCDB-28A1-B97FAAB2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40AA7-BBCC-5DFB-7C76-988268EE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37B37-678C-CEC9-C3E6-AEA5C3C1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4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886C-DCA9-E803-4100-7ADBFA21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24B5C-D04D-46AD-C263-9B284E59D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D9487-BFB0-C746-E4E7-7BE4DC4EC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86333-70A4-3EFA-030B-4F2C1E679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2CF66-E177-EAA8-D839-2248AAEDF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513BEA-331A-A6BB-2119-533AD17C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5E9C4-0042-63A0-04D8-202350B8B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0D57BD-6A87-1E96-351F-2D2BE8DA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32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39A4-A415-87F7-E3A2-EAC3C719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74372-F12F-AD24-5CFA-0D9339AE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B541D-5F2B-FE8D-C476-67ED2FCE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5E456-E1C6-CF3C-E222-C7DF66C09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0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93EF47-494D-8D85-2B46-84C254D7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F5D4A-0C12-F582-1C99-2D655CC4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AB8D0-B60C-7D2D-99F5-1F166904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9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5663-EF31-B356-48D3-DAC10CFC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6B6E0-ED28-D2E7-B1EB-DEADC7777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E481D-F3B9-FB4B-95F1-4099A800C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9FF3-9124-AC6D-BE54-5F184DFF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ECB0F-E7D9-8112-8C7F-3E7DCA17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93ADD-53AB-A9F5-D45A-3E067BAE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0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9CA5-4470-712D-F7CC-1EAD843EE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A6E54-DBB0-F4E4-4419-171CA96DD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753CB-0D6E-4688-CED3-0803896E6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27E7D-258C-43FA-3A81-AE5E60AD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4D6DD-0C1F-1FF7-8EF8-E661F109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43931-4247-FA8F-201C-A07C5667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39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6FC1-FE3F-054E-84EB-0691B737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987E0-878F-0CA3-D372-DBF7FF02F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3E909-30D7-B818-186F-D1ACF332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46B37-C3BD-9E27-D01A-3BCC6B0D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9312A-6F72-E1D2-ED40-359E22AE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7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00488-2DF2-FB95-CA9B-25FF51048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39C8A-ED0A-51F2-979D-59D0F2BDE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2B162-5535-B97E-C45E-483F1B4F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1813-795D-D171-E3C7-F8231E5F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BB6EE-174C-080F-BD0E-A51EB5D1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8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23CAD-5FCA-1AB0-2C48-A727BEBB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EED5B-35E5-E155-94AC-D0F47960C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5AA9E-8F6E-690F-9AD3-6D5466ED0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93D04-D2D2-4CC5-90D2-E547F8EAF4A2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E8D91-A3F9-7A6B-A90E-809A969D0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4B97-9746-B05C-0546-01EDF2B7E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24799-9B11-489C-BFC9-CAD38F54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4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4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microsoft.com/office/2007/relationships/hdphoto" Target="../media/hdphoto1.wdp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DF3EEE-6015-B112-F9FB-2EA5049D0299}"/>
              </a:ext>
            </a:extLst>
          </p:cNvPr>
          <p:cNvGrpSpPr/>
          <p:nvPr/>
        </p:nvGrpSpPr>
        <p:grpSpPr>
          <a:xfrm>
            <a:off x="3699" y="0"/>
            <a:ext cx="12185128" cy="6858000"/>
            <a:chOff x="3699" y="0"/>
            <a:chExt cx="12185128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08A5FB-9038-7D37-A916-8CC0114C4420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99" y="0"/>
              <a:ext cx="12184601" cy="68580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1004E59-D013-A2C5-1FCF-84BA543A389E}"/>
                </a:ext>
              </a:extLst>
            </p:cNvPr>
            <p:cNvGrpSpPr/>
            <p:nvPr/>
          </p:nvGrpSpPr>
          <p:grpSpPr>
            <a:xfrm>
              <a:off x="9206969" y="2963333"/>
              <a:ext cx="2981858" cy="3208867"/>
              <a:chOff x="9206969" y="2963333"/>
              <a:chExt cx="2981858" cy="3208867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14CACB4-23F9-D768-27C5-9BCCED29948D}"/>
                  </a:ext>
                </a:extLst>
              </p:cNvPr>
              <p:cNvCxnSpPr/>
              <p:nvPr/>
            </p:nvCxnSpPr>
            <p:spPr>
              <a:xfrm flipH="1">
                <a:off x="11276012" y="2963333"/>
                <a:ext cx="912814" cy="912812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EE0DBB1-22B6-45F2-F2D9-967E73EF4D10}"/>
                  </a:ext>
                </a:extLst>
              </p:cNvPr>
              <p:cNvCxnSpPr/>
              <p:nvPr/>
            </p:nvCxnSpPr>
            <p:spPr>
              <a:xfrm flipH="1">
                <a:off x="9206969" y="3190344"/>
                <a:ext cx="2981857" cy="2981856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8EAFA0D-49B1-D679-7E7B-FE5706814096}"/>
                  </a:ext>
                </a:extLst>
              </p:cNvPr>
              <p:cNvCxnSpPr/>
              <p:nvPr/>
            </p:nvCxnSpPr>
            <p:spPr>
              <a:xfrm flipH="1">
                <a:off x="10292292" y="3285067"/>
                <a:ext cx="1896534" cy="1896533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7624CC6-B1DD-286E-4DB8-7453F5B135BD}"/>
                  </a:ext>
                </a:extLst>
              </p:cNvPr>
              <p:cNvCxnSpPr/>
              <p:nvPr/>
            </p:nvCxnSpPr>
            <p:spPr>
              <a:xfrm flipH="1">
                <a:off x="10443103" y="3131080"/>
                <a:ext cx="1745722" cy="174572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1F4C6EF-EE8E-2707-6F85-AC323D2320C3}"/>
                  </a:ext>
                </a:extLst>
              </p:cNvPr>
              <p:cNvCxnSpPr/>
              <p:nvPr/>
            </p:nvCxnSpPr>
            <p:spPr>
              <a:xfrm flipH="1">
                <a:off x="10918826" y="3683001"/>
                <a:ext cx="1270001" cy="1269999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2D715D-F6BE-3AB8-1BD3-7445E7DB850B}"/>
              </a:ext>
            </a:extLst>
          </p:cNvPr>
          <p:cNvSpPr/>
          <p:nvPr/>
        </p:nvSpPr>
        <p:spPr>
          <a:xfrm>
            <a:off x="2036469" y="2504544"/>
            <a:ext cx="8119062" cy="1750960"/>
          </a:xfrm>
          <a:prstGeom prst="round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atin typeface="Aptos" panose="020B0004020202020204" pitchFamily="34" charset="0"/>
                <a:cs typeface="Aharoni" panose="020F0502020204030204" pitchFamily="2" charset="-79"/>
              </a:rPr>
              <a:t>Website quản lí bệnh viện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902360-4491-0AF2-788E-FAE507C1C4FA}"/>
              </a:ext>
            </a:extLst>
          </p:cNvPr>
          <p:cNvGrpSpPr/>
          <p:nvPr/>
        </p:nvGrpSpPr>
        <p:grpSpPr>
          <a:xfrm>
            <a:off x="615769" y="31991"/>
            <a:ext cx="10826418" cy="1273214"/>
            <a:chOff x="752737" y="31991"/>
            <a:chExt cx="10826418" cy="1273214"/>
          </a:xfrm>
        </p:grpSpPr>
        <p:pic>
          <p:nvPicPr>
            <p:cNvPr id="14" name="Picture 6" descr="Combo 72 Miếng Dán Sticker Đại học Khoa học Tự nhiên Hà Nội (HUS) - Sticker  Cờ Việt Nam">
              <a:extLst>
                <a:ext uri="{FF2B5EF4-FFF2-40B4-BE49-F238E27FC236}">
                  <a16:creationId xmlns:a16="http://schemas.microsoft.com/office/drawing/2014/main" id="{EDEE46CA-927F-F323-4DE9-E5BE98E97D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01" t="19059" r="20970" b="17065"/>
            <a:stretch>
              <a:fillRect/>
            </a:stretch>
          </p:blipFill>
          <p:spPr bwMode="auto">
            <a:xfrm>
              <a:off x="752737" y="31991"/>
              <a:ext cx="1122744" cy="127321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99321A-6D7A-A996-DB23-69AEB7924191}"/>
                </a:ext>
              </a:extLst>
            </p:cNvPr>
            <p:cNvSpPr txBox="1"/>
            <p:nvPr/>
          </p:nvSpPr>
          <p:spPr>
            <a:xfrm>
              <a:off x="2003631" y="414496"/>
              <a:ext cx="32619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Aptos" panose="020B0004020202020204" pitchFamily="34" charset="0"/>
                </a:rPr>
                <a:t>TRƯỜNG ĐẠI HỌC KHOA HỌC TỰ NHIÊN</a:t>
              </a:r>
            </a:p>
          </p:txBody>
        </p:sp>
        <p:pic>
          <p:nvPicPr>
            <p:cNvPr id="16" name="Picture 8" descr="Trường Đại học Khoa học Tự nhiên | ĐHQGHN">
              <a:extLst>
                <a:ext uri="{FF2B5EF4-FFF2-40B4-BE49-F238E27FC236}">
                  <a16:creationId xmlns:a16="http://schemas.microsoft.com/office/drawing/2014/main" id="{382FDB48-7472-BDED-2811-E7BB7F47DE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2433" y="162439"/>
              <a:ext cx="1046722" cy="104672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A8FA2C-D74B-361C-D69F-AB21DBB81FFC}"/>
                </a:ext>
              </a:extLst>
            </p:cNvPr>
            <p:cNvSpPr txBox="1"/>
            <p:nvPr/>
          </p:nvSpPr>
          <p:spPr>
            <a:xfrm>
              <a:off x="6467488" y="612243"/>
              <a:ext cx="40644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Aptos" panose="020B0004020202020204" pitchFamily="34" charset="0"/>
                </a:rPr>
                <a:t>KHOA TOÁN – CƠ – TIN HỌC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AB0256E-0179-DFF5-E343-D1DDD033D56D}"/>
              </a:ext>
            </a:extLst>
          </p:cNvPr>
          <p:cNvSpPr txBox="1"/>
          <p:nvPr/>
        </p:nvSpPr>
        <p:spPr>
          <a:xfrm>
            <a:off x="3893741" y="4551680"/>
            <a:ext cx="4404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b="1" i="1">
                <a:solidFill>
                  <a:schemeClr val="bg1"/>
                </a:solidFill>
                <a:latin typeface="Tahoma (Body) "/>
              </a:rPr>
              <a:t>Nguyễn Việt Phúc </a:t>
            </a:r>
            <a:r>
              <a:rPr lang="en-US" b="1" i="1">
                <a:solidFill>
                  <a:schemeClr val="bg1"/>
                </a:solidFill>
                <a:latin typeface="Tahoma (Body) "/>
              </a:rPr>
              <a:t> </a:t>
            </a:r>
            <a:r>
              <a:rPr lang="vi-VN" b="1" i="1">
                <a:solidFill>
                  <a:schemeClr val="bg1"/>
                </a:solidFill>
                <a:latin typeface="Tahoma (Body) "/>
              </a:rPr>
              <a:t>- 23001547</a:t>
            </a:r>
            <a:endParaRPr lang="en-US" b="1" i="1">
              <a:solidFill>
                <a:schemeClr val="bg1"/>
              </a:solidFill>
              <a:latin typeface="Tahoma (Body) "/>
            </a:endParaRPr>
          </a:p>
          <a:p>
            <a:pPr algn="ctr"/>
            <a:r>
              <a:rPr lang="vi-VN" b="1" i="1">
                <a:solidFill>
                  <a:schemeClr val="bg1"/>
                </a:solidFill>
                <a:latin typeface="Tahoma (Body) "/>
              </a:rPr>
              <a:t>Nguyễn Khắc Huy </a:t>
            </a:r>
            <a:r>
              <a:rPr lang="en-US" b="1" i="1">
                <a:solidFill>
                  <a:schemeClr val="bg1"/>
                </a:solidFill>
                <a:latin typeface="Tahoma (Body) "/>
              </a:rPr>
              <a:t> </a:t>
            </a:r>
            <a:r>
              <a:rPr lang="vi-VN" b="1" i="1">
                <a:solidFill>
                  <a:schemeClr val="bg1"/>
                </a:solidFill>
                <a:latin typeface="Tahoma (Body) "/>
              </a:rPr>
              <a:t>- 23001525</a:t>
            </a:r>
          </a:p>
        </p:txBody>
      </p:sp>
    </p:spTree>
    <p:extLst>
      <p:ext uri="{BB962C8B-B14F-4D97-AF65-F5344CB8AC3E}">
        <p14:creationId xmlns:p14="http://schemas.microsoft.com/office/powerpoint/2010/main" val="82608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4A1574-1A0C-B02E-4345-CDB163A878A9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DD3C955-8160-1FE2-7182-9363EE9FD9E7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2C8F44-0CBE-90F7-90CA-97366007586C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BF91B70-EFF5-6B85-E53C-601795A72E4B}"/>
                  </a:ext>
                </a:extLst>
              </p:cNvPr>
              <p:cNvSpPr/>
              <p:nvPr/>
            </p:nvSpPr>
            <p:spPr>
              <a:xfrm>
                <a:off x="244507" y="181410"/>
                <a:ext cx="2153251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Giới thiệu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46E55971-7C79-B45B-6F0E-A0E8E78AF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7670520-CF17-9115-6232-C54B02A7C7BE}"/>
              </a:ext>
            </a:extLst>
          </p:cNvPr>
          <p:cNvSpPr txBox="1"/>
          <p:nvPr/>
        </p:nvSpPr>
        <p:spPr>
          <a:xfrm>
            <a:off x="549462" y="1192645"/>
            <a:ext cx="93362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Xây dựng website quản lí các thành phần cơ bản trong bệnh viện: bác sĩ, bệnh nhân, thuốc, phòng bệnh và các đơn thuốc được kê.</a:t>
            </a:r>
          </a:p>
          <a:p>
            <a:endParaRPr lang="en-US" sz="2000"/>
          </a:p>
          <a:p>
            <a:r>
              <a:rPr lang="en-US" sz="2000"/>
              <a:t>Với 3 roles là Admin, Bác sĩ và bệnh nhân, trang web cho phép tạo, ghi, sửa, xóa các đối tượng phản ánh tương tác giữa các role này trong bệnh viện.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4FD1B0D-D471-C8B4-5018-A77D7E668686}"/>
              </a:ext>
            </a:extLst>
          </p:cNvPr>
          <p:cNvSpPr txBox="1"/>
          <p:nvPr/>
        </p:nvSpPr>
        <p:spPr>
          <a:xfrm>
            <a:off x="9599042" y="6276522"/>
            <a:ext cx="1628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Phòng/giường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B7E2F7D3-76DB-E981-9F6D-2D8301BF6E31}"/>
              </a:ext>
            </a:extLst>
          </p:cNvPr>
          <p:cNvGrpSpPr/>
          <p:nvPr/>
        </p:nvGrpSpPr>
        <p:grpSpPr>
          <a:xfrm>
            <a:off x="753203" y="2887847"/>
            <a:ext cx="10646317" cy="3788742"/>
            <a:chOff x="753203" y="2887847"/>
            <a:chExt cx="10646317" cy="378874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47BA18-B1AD-0CCF-3D7B-BE513183271A}"/>
                </a:ext>
              </a:extLst>
            </p:cNvPr>
            <p:cNvSpPr/>
            <p:nvPr/>
          </p:nvSpPr>
          <p:spPr>
            <a:xfrm>
              <a:off x="792480" y="3219724"/>
              <a:ext cx="10607040" cy="3456865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570B8BCC-8F47-57EE-9E2A-6FD5D9BEB866}"/>
                </a:ext>
              </a:extLst>
            </p:cNvPr>
            <p:cNvGrpSpPr/>
            <p:nvPr/>
          </p:nvGrpSpPr>
          <p:grpSpPr>
            <a:xfrm>
              <a:off x="753203" y="3225286"/>
              <a:ext cx="10046877" cy="3275524"/>
              <a:chOff x="753203" y="3133846"/>
              <a:chExt cx="10046877" cy="3275524"/>
            </a:xfrm>
          </p:grpSpPr>
          <p:pic>
            <p:nvPicPr>
              <p:cNvPr id="10" name="Graphic 9" descr="Address Book with solid fill">
                <a:extLst>
                  <a:ext uri="{FF2B5EF4-FFF2-40B4-BE49-F238E27FC236}">
                    <a16:creationId xmlns:a16="http://schemas.microsoft.com/office/drawing/2014/main" id="{9C9D0E63-E5D7-47BE-947C-E621E06ECD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76135" y="477096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2" name="Graphic 11" descr="Doctor female with solid fill">
                <a:extLst>
                  <a:ext uri="{FF2B5EF4-FFF2-40B4-BE49-F238E27FC236}">
                    <a16:creationId xmlns:a16="http://schemas.microsoft.com/office/drawing/2014/main" id="{E550C78F-ADBB-2EEB-0079-39898469D9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175855" y="477096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4" name="Graphic 13" descr="Medicine with solid fill">
                <a:extLst>
                  <a:ext uri="{FF2B5EF4-FFF2-40B4-BE49-F238E27FC236}">
                    <a16:creationId xmlns:a16="http://schemas.microsoft.com/office/drawing/2014/main" id="{400D9900-78F5-588A-F779-FCD68A1E1D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571897" y="354465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8" name="Graphic 17" descr="Fever with solid fill">
                <a:extLst>
                  <a:ext uri="{FF2B5EF4-FFF2-40B4-BE49-F238E27FC236}">
                    <a16:creationId xmlns:a16="http://schemas.microsoft.com/office/drawing/2014/main" id="{932B901F-A8F6-3439-90F1-5ADAF7ED45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575040" y="475688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0" name="Graphic 19" descr="Inpatient with solid fill">
                <a:extLst>
                  <a:ext uri="{FF2B5EF4-FFF2-40B4-BE49-F238E27FC236}">
                    <a16:creationId xmlns:a16="http://schemas.microsoft.com/office/drawing/2014/main" id="{B66D7D84-4288-2FA6-0A6F-B514FEA36F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885680" y="5494970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DBCC183-F73D-F248-2EA1-D63F8DC35395}"/>
                  </a:ext>
                </a:extLst>
              </p:cNvPr>
              <p:cNvCxnSpPr>
                <a:cxnSpLocks/>
                <a:stCxn id="12" idx="3"/>
                <a:endCxn id="56" idx="1"/>
              </p:cNvCxnSpPr>
              <p:nvPr/>
            </p:nvCxnSpPr>
            <p:spPr>
              <a:xfrm flipV="1">
                <a:off x="4090255" y="4001855"/>
                <a:ext cx="742823" cy="1226310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85E6862-D996-0E22-5161-7FF4D3ABD2C9}"/>
                  </a:ext>
                </a:extLst>
              </p:cNvPr>
              <p:cNvCxnSpPr>
                <a:cxnSpLocks/>
                <a:stCxn id="10" idx="3"/>
                <a:endCxn id="18" idx="1"/>
              </p:cNvCxnSpPr>
              <p:nvPr/>
            </p:nvCxnSpPr>
            <p:spPr>
              <a:xfrm flipV="1">
                <a:off x="6790535" y="5214080"/>
                <a:ext cx="1784505" cy="1408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9A78EBB-6B8D-8510-0DDD-94C6D2E1A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89440" y="5393370"/>
                <a:ext cx="314960" cy="242437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6" name="Graphic 55" descr="Search Inventory with solid fill">
                <a:extLst>
                  <a:ext uri="{FF2B5EF4-FFF2-40B4-BE49-F238E27FC236}">
                    <a16:creationId xmlns:a16="http://schemas.microsoft.com/office/drawing/2014/main" id="{FFFC9338-5051-73AF-BECA-FBA26CA28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833078" y="3544655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DEB52088-571C-7EFC-9CEE-775E33C5BB86}"/>
                  </a:ext>
                </a:extLst>
              </p:cNvPr>
              <p:cNvCxnSpPr>
                <a:cxnSpLocks/>
                <a:stCxn id="56" idx="3"/>
                <a:endCxn id="14" idx="1"/>
              </p:cNvCxnSpPr>
              <p:nvPr/>
            </p:nvCxnSpPr>
            <p:spPr>
              <a:xfrm>
                <a:off x="5747478" y="4001855"/>
                <a:ext cx="824419" cy="0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8268D48F-E440-D3D3-1B83-0F6494EA7DCA}"/>
                  </a:ext>
                </a:extLst>
              </p:cNvPr>
              <p:cNvCxnSpPr>
                <a:cxnSpLocks/>
                <a:endCxn id="10" idx="1"/>
              </p:cNvCxnSpPr>
              <p:nvPr/>
            </p:nvCxnSpPr>
            <p:spPr>
              <a:xfrm>
                <a:off x="4090255" y="5214080"/>
                <a:ext cx="1785880" cy="1408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1970D7E5-7350-E2AC-AEE7-324F369881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6160" y="4010830"/>
                <a:ext cx="1097280" cy="746050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51A99C8-A666-4A04-79BC-8E460E7E8489}"/>
                  </a:ext>
                </a:extLst>
              </p:cNvPr>
              <p:cNvSpPr txBox="1"/>
              <p:nvPr/>
            </p:nvSpPr>
            <p:spPr>
              <a:xfrm>
                <a:off x="4529058" y="4902767"/>
                <a:ext cx="10570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Tạo mới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5DB56E4-E00A-9C78-83B9-ED5152746483}"/>
                  </a:ext>
                </a:extLst>
              </p:cNvPr>
              <p:cNvSpPr txBox="1"/>
              <p:nvPr/>
            </p:nvSpPr>
            <p:spPr>
              <a:xfrm rot="2098496">
                <a:off x="7417640" y="4047027"/>
                <a:ext cx="12736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Tiêu thụ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8EF9DF3-DB6C-26AD-16A2-9434156B8A75}"/>
                  </a:ext>
                </a:extLst>
              </p:cNvPr>
              <p:cNvSpPr txBox="1"/>
              <p:nvPr/>
            </p:nvSpPr>
            <p:spPr>
              <a:xfrm rot="2098496">
                <a:off x="9387711" y="5111549"/>
                <a:ext cx="1011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Tiêu thụ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F9EC768-D03D-7C21-04FA-D452401BB0BD}"/>
                  </a:ext>
                </a:extLst>
              </p:cNvPr>
              <p:cNvSpPr txBox="1"/>
              <p:nvPr/>
            </p:nvSpPr>
            <p:spPr>
              <a:xfrm>
                <a:off x="5638824" y="5671279"/>
                <a:ext cx="1628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Sổ khám bệnh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B9126EA-3593-1E11-8693-949DE3E9DD37}"/>
                  </a:ext>
                </a:extLst>
              </p:cNvPr>
              <p:cNvSpPr txBox="1"/>
              <p:nvPr/>
            </p:nvSpPr>
            <p:spPr>
              <a:xfrm>
                <a:off x="6571897" y="3260354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Thuốc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5405B55-20EA-C110-5FBB-9AD28F261B99}"/>
                  </a:ext>
                </a:extLst>
              </p:cNvPr>
              <p:cNvSpPr txBox="1"/>
              <p:nvPr/>
            </p:nvSpPr>
            <p:spPr>
              <a:xfrm>
                <a:off x="4748373" y="3238879"/>
                <a:ext cx="1256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Kho thuốc</a:t>
                </a:r>
              </a:p>
            </p:txBody>
          </p:sp>
          <p:pic>
            <p:nvPicPr>
              <p:cNvPr id="129" name="Graphic 128" descr="Crown with solid fill">
                <a:extLst>
                  <a:ext uri="{FF2B5EF4-FFF2-40B4-BE49-F238E27FC236}">
                    <a16:creationId xmlns:a16="http://schemas.microsoft.com/office/drawing/2014/main" id="{AE433A53-A8AF-A01F-3ADF-0282F328C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421429" y="313384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31" name="Graphic 130" descr="Medicine with solid fill">
                <a:extLst>
                  <a:ext uri="{FF2B5EF4-FFF2-40B4-BE49-F238E27FC236}">
                    <a16:creationId xmlns:a16="http://schemas.microsoft.com/office/drawing/2014/main" id="{076BE4F9-F102-4056-469E-D3415413C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75644" y="3550294"/>
                <a:ext cx="557411" cy="557411"/>
              </a:xfrm>
              <a:prstGeom prst="rect">
                <a:avLst/>
              </a:prstGeom>
            </p:spPr>
          </p:pic>
          <p:pic>
            <p:nvPicPr>
              <p:cNvPr id="132" name="Graphic 131" descr="Doctor female with solid fill">
                <a:extLst>
                  <a:ext uri="{FF2B5EF4-FFF2-40B4-BE49-F238E27FC236}">
                    <a16:creationId xmlns:a16="http://schemas.microsoft.com/office/drawing/2014/main" id="{3EC67CC3-7931-93F7-D7FE-A0047FF7A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01074" y="4717849"/>
                <a:ext cx="540201" cy="540201"/>
              </a:xfrm>
              <a:prstGeom prst="rect">
                <a:avLst/>
              </a:prstGeom>
            </p:spPr>
          </p:pic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9143058-2CBA-AE3D-57BD-101E4F15117F}"/>
                  </a:ext>
                </a:extLst>
              </p:cNvPr>
              <p:cNvCxnSpPr>
                <a:cxnSpLocks/>
                <a:endCxn id="131" idx="1"/>
              </p:cNvCxnSpPr>
              <p:nvPr/>
            </p:nvCxnSpPr>
            <p:spPr>
              <a:xfrm>
                <a:off x="2261455" y="3715336"/>
                <a:ext cx="814189" cy="113664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F86D52A9-259B-2B82-A0EF-789BD3FC86B2}"/>
                  </a:ext>
                </a:extLst>
              </p:cNvPr>
              <p:cNvCxnSpPr>
                <a:cxnSpLocks/>
                <a:stCxn id="131" idx="3"/>
              </p:cNvCxnSpPr>
              <p:nvPr/>
            </p:nvCxnSpPr>
            <p:spPr>
              <a:xfrm>
                <a:off x="3633055" y="3829000"/>
                <a:ext cx="942941" cy="12892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EFAC2AEF-E571-5DC9-4A3E-FE8E06714233}"/>
                  </a:ext>
                </a:extLst>
              </p:cNvPr>
              <p:cNvSpPr txBox="1"/>
              <p:nvPr/>
            </p:nvSpPr>
            <p:spPr>
              <a:xfrm rot="424166">
                <a:off x="3552530" y="3437915"/>
                <a:ext cx="10570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Tạo mới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6FF1961E-222A-F10C-B077-760D5BD77D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5621" y="4086148"/>
                <a:ext cx="112657" cy="555896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9496B2C8-7907-C870-55DB-BA7E81007A62}"/>
                  </a:ext>
                </a:extLst>
              </p:cNvPr>
              <p:cNvCxnSpPr>
                <a:cxnSpLocks/>
                <a:stCxn id="132" idx="3"/>
              </p:cNvCxnSpPr>
              <p:nvPr/>
            </p:nvCxnSpPr>
            <p:spPr>
              <a:xfrm>
                <a:off x="2341275" y="4987950"/>
                <a:ext cx="798119" cy="30826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51FFDEB-983F-7324-ED71-5A80C86846A7}"/>
                  </a:ext>
                </a:extLst>
              </p:cNvPr>
              <p:cNvSpPr txBox="1"/>
              <p:nvPr/>
            </p:nvSpPr>
            <p:spPr>
              <a:xfrm rot="1277810">
                <a:off x="2242367" y="4693253"/>
                <a:ext cx="10570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Tạo mới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1588E30-8507-67F8-6906-1A9204D4AB17}"/>
                  </a:ext>
                </a:extLst>
              </p:cNvPr>
              <p:cNvSpPr txBox="1"/>
              <p:nvPr/>
            </p:nvSpPr>
            <p:spPr>
              <a:xfrm>
                <a:off x="753203" y="3546835"/>
                <a:ext cx="9724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Admin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D499906-77BF-1BB4-0560-2F6F2B88EAA2}"/>
                  </a:ext>
                </a:extLst>
              </p:cNvPr>
              <p:cNvSpPr txBox="1"/>
              <p:nvPr/>
            </p:nvSpPr>
            <p:spPr>
              <a:xfrm>
                <a:off x="3219432" y="5671896"/>
                <a:ext cx="9724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Bác sĩ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226DB43-2AFF-4F61-D36D-6CFF6E2CEA37}"/>
                  </a:ext>
                </a:extLst>
              </p:cNvPr>
              <p:cNvSpPr txBox="1"/>
              <p:nvPr/>
            </p:nvSpPr>
            <p:spPr>
              <a:xfrm>
                <a:off x="8269023" y="5613858"/>
                <a:ext cx="1325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Bệnh nhân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1DC2FF3-12AE-B212-4C53-10FB4E204F74}"/>
                </a:ext>
              </a:extLst>
            </p:cNvPr>
            <p:cNvSpPr txBox="1"/>
            <p:nvPr/>
          </p:nvSpPr>
          <p:spPr>
            <a:xfrm>
              <a:off x="4336779" y="2887847"/>
              <a:ext cx="351844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/>
                <a:t>Tương tác giữa các roles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286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F2CA486-E968-DDCA-16DC-92B1E63C07FF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7EDB36-CE6C-5AAB-B675-54916A0A95B7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551052-A1D6-E874-3AE4-5805124F081C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3B8ED7-B0E7-1726-1097-40885EC7DB98}"/>
                  </a:ext>
                </a:extLst>
              </p:cNvPr>
              <p:cNvSpPr/>
              <p:nvPr/>
            </p:nvSpPr>
            <p:spPr>
              <a:xfrm>
                <a:off x="244508" y="181410"/>
                <a:ext cx="1792110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NỘI DUNG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E20D3953-F124-813D-C7D8-EA85D4566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792075-CF4D-0714-AEC6-14F940B876A1}"/>
              </a:ext>
            </a:extLst>
          </p:cNvPr>
          <p:cNvGrpSpPr/>
          <p:nvPr/>
        </p:nvGrpSpPr>
        <p:grpSpPr>
          <a:xfrm>
            <a:off x="871980" y="1990235"/>
            <a:ext cx="6349708" cy="2031475"/>
            <a:chOff x="683444" y="2243580"/>
            <a:chExt cx="5412560" cy="20314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6BEA51-F0AB-646F-71E0-5DB099C9E827}"/>
                </a:ext>
              </a:extLst>
            </p:cNvPr>
            <p:cNvGrpSpPr/>
            <p:nvPr/>
          </p:nvGrpSpPr>
          <p:grpSpPr>
            <a:xfrm>
              <a:off x="683444" y="2243580"/>
              <a:ext cx="5412560" cy="339365"/>
              <a:chOff x="683444" y="2243580"/>
              <a:chExt cx="5412560" cy="339365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B7EE944C-6090-8157-D67F-0A4EF07D3F40}"/>
                  </a:ext>
                </a:extLst>
              </p:cNvPr>
              <p:cNvSpPr/>
              <p:nvPr/>
            </p:nvSpPr>
            <p:spPr>
              <a:xfrm>
                <a:off x="683444" y="2243580"/>
                <a:ext cx="377072" cy="339365"/>
              </a:xfrm>
              <a:prstGeom prst="flowChartConnector">
                <a:avLst/>
              </a:prstGeom>
              <a:solidFill>
                <a:srgbClr val="052F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1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231776D-9DDA-4AE4-FD6F-A43B4AC62E31}"/>
                  </a:ext>
                </a:extLst>
              </p:cNvPr>
              <p:cNvSpPr/>
              <p:nvPr/>
            </p:nvSpPr>
            <p:spPr>
              <a:xfrm>
                <a:off x="1442301" y="2243580"/>
                <a:ext cx="4653703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0F496F"/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Cơ sở dữ liệu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0F1E192-892C-8051-B68C-4CDB3651F8A2}"/>
                </a:ext>
              </a:extLst>
            </p:cNvPr>
            <p:cNvGrpSpPr/>
            <p:nvPr/>
          </p:nvGrpSpPr>
          <p:grpSpPr>
            <a:xfrm>
              <a:off x="683444" y="3082566"/>
              <a:ext cx="5412554" cy="346434"/>
              <a:chOff x="683444" y="3082566"/>
              <a:chExt cx="5412554" cy="346434"/>
            </a:xfrm>
          </p:grpSpPr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E720469C-38E8-A508-927D-8128073AD853}"/>
                  </a:ext>
                </a:extLst>
              </p:cNvPr>
              <p:cNvSpPr/>
              <p:nvPr/>
            </p:nvSpPr>
            <p:spPr>
              <a:xfrm>
                <a:off x="683444" y="3082566"/>
                <a:ext cx="377072" cy="339365"/>
              </a:xfrm>
              <a:prstGeom prst="flowChartConnector">
                <a:avLst/>
              </a:prstGeom>
              <a:solidFill>
                <a:srgbClr val="052F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2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9051851-A97B-2E63-BA4A-8D6B27956AE8}"/>
                  </a:ext>
                </a:extLst>
              </p:cNvPr>
              <p:cNvSpPr/>
              <p:nvPr/>
            </p:nvSpPr>
            <p:spPr>
              <a:xfrm>
                <a:off x="1442299" y="3089635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0F496F"/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Sơ đồ phân rã chức năng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6BE9B80-86FA-D180-5BAD-EB4E631838EB}"/>
                </a:ext>
              </a:extLst>
            </p:cNvPr>
            <p:cNvGrpSpPr/>
            <p:nvPr/>
          </p:nvGrpSpPr>
          <p:grpSpPr>
            <a:xfrm>
              <a:off x="683444" y="3921552"/>
              <a:ext cx="5412553" cy="353503"/>
              <a:chOff x="683444" y="3921552"/>
              <a:chExt cx="5412553" cy="353503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90478D79-38AE-39FD-A908-67415864A00D}"/>
                  </a:ext>
                </a:extLst>
              </p:cNvPr>
              <p:cNvSpPr/>
              <p:nvPr/>
            </p:nvSpPr>
            <p:spPr>
              <a:xfrm>
                <a:off x="683444" y="3921552"/>
                <a:ext cx="377072" cy="339365"/>
              </a:xfrm>
              <a:prstGeom prst="flowChartConnector">
                <a:avLst/>
              </a:prstGeom>
              <a:solidFill>
                <a:srgbClr val="052F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96907FA-3C93-5971-7362-A45BF307564D}"/>
                  </a:ext>
                </a:extLst>
              </p:cNvPr>
              <p:cNvSpPr/>
              <p:nvPr/>
            </p:nvSpPr>
            <p:spPr>
              <a:xfrm>
                <a:off x="1442298" y="3935690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0F496F"/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Kĩ thuật triển khai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11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8391-9E56-89CF-76AA-8DE6C05F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A3BC519-D34D-4A54-76C4-80AD89EB393F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A5FA07C-4CB5-8195-D9DF-98CAA1B5F851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495C6EA-74C2-8369-0E05-62D289550496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C1A313F-BF86-2040-417A-DAB1142E4B07}"/>
                  </a:ext>
                </a:extLst>
              </p:cNvPr>
              <p:cNvSpPr/>
              <p:nvPr/>
            </p:nvSpPr>
            <p:spPr>
              <a:xfrm>
                <a:off x="244508" y="181410"/>
                <a:ext cx="1792110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NỘI DUNG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F66BA766-1459-5B4F-ADDF-D22AF5A5B0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15A089C-BF41-E595-9121-C57378C14B21}"/>
              </a:ext>
            </a:extLst>
          </p:cNvPr>
          <p:cNvGrpSpPr/>
          <p:nvPr/>
        </p:nvGrpSpPr>
        <p:grpSpPr>
          <a:xfrm>
            <a:off x="871980" y="1990235"/>
            <a:ext cx="6349708" cy="2031475"/>
            <a:chOff x="683444" y="2243580"/>
            <a:chExt cx="5412560" cy="20314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4FAB8A-D7B6-3A75-1883-7D8DAE9E0E83}"/>
                </a:ext>
              </a:extLst>
            </p:cNvPr>
            <p:cNvGrpSpPr/>
            <p:nvPr/>
          </p:nvGrpSpPr>
          <p:grpSpPr>
            <a:xfrm>
              <a:off x="683444" y="2243580"/>
              <a:ext cx="5412560" cy="339365"/>
              <a:chOff x="683444" y="2243580"/>
              <a:chExt cx="5412560" cy="339365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61811394-3B06-93B3-E557-BBA0EC64F2D9}"/>
                  </a:ext>
                </a:extLst>
              </p:cNvPr>
              <p:cNvSpPr/>
              <p:nvPr/>
            </p:nvSpPr>
            <p:spPr>
              <a:xfrm>
                <a:off x="683444" y="2243580"/>
                <a:ext cx="377072" cy="339365"/>
              </a:xfrm>
              <a:prstGeom prst="flowChartConnector">
                <a:avLst/>
              </a:prstGeom>
              <a:solidFill>
                <a:srgbClr val="052F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1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9749D44-BB94-C13C-4B14-6C1A517BF48F}"/>
                  </a:ext>
                </a:extLst>
              </p:cNvPr>
              <p:cNvSpPr/>
              <p:nvPr/>
            </p:nvSpPr>
            <p:spPr>
              <a:xfrm>
                <a:off x="1442301" y="2243580"/>
                <a:ext cx="4653703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0F496F"/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Cơ sở dữ liệu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3358DE6-B214-22E3-ADA4-EA8B4514FAFD}"/>
                </a:ext>
              </a:extLst>
            </p:cNvPr>
            <p:cNvGrpSpPr/>
            <p:nvPr/>
          </p:nvGrpSpPr>
          <p:grpSpPr>
            <a:xfrm>
              <a:off x="683444" y="3082566"/>
              <a:ext cx="5412554" cy="346434"/>
              <a:chOff x="683444" y="3082566"/>
              <a:chExt cx="5412554" cy="346434"/>
            </a:xfrm>
          </p:grpSpPr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D6D46C12-6C1D-E8EA-D6A9-BB07C7D1DE37}"/>
                  </a:ext>
                </a:extLst>
              </p:cNvPr>
              <p:cNvSpPr/>
              <p:nvPr/>
            </p:nvSpPr>
            <p:spPr>
              <a:xfrm>
                <a:off x="683444" y="3082566"/>
                <a:ext cx="377072" cy="339365"/>
              </a:xfrm>
              <a:prstGeom prst="flowChartConnector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2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07F9D220-EDC6-6A2E-98A0-7A56FBB5D0C3}"/>
                  </a:ext>
                </a:extLst>
              </p:cNvPr>
              <p:cNvSpPr/>
              <p:nvPr/>
            </p:nvSpPr>
            <p:spPr>
              <a:xfrm>
                <a:off x="1442299" y="3089635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2">
                        <a:lumMod val="25000"/>
                        <a:lumOff val="75000"/>
                      </a:schemeClr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Sơ đồ phân rã chức năng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F33D89C-4D04-A2B6-F508-C473C4C5F1FA}"/>
                </a:ext>
              </a:extLst>
            </p:cNvPr>
            <p:cNvGrpSpPr/>
            <p:nvPr/>
          </p:nvGrpSpPr>
          <p:grpSpPr>
            <a:xfrm>
              <a:off x="683444" y="3921552"/>
              <a:ext cx="5412553" cy="353503"/>
              <a:chOff x="683444" y="3921552"/>
              <a:chExt cx="5412553" cy="353503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06A092EB-CA0E-9ECF-CC88-99F9C2EE56ED}"/>
                  </a:ext>
                </a:extLst>
              </p:cNvPr>
              <p:cNvSpPr/>
              <p:nvPr/>
            </p:nvSpPr>
            <p:spPr>
              <a:xfrm>
                <a:off x="683444" y="3921552"/>
                <a:ext cx="377072" cy="339365"/>
              </a:xfrm>
              <a:prstGeom prst="flowChartConnector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8F8A241-E281-6A04-DD47-5251481417A5}"/>
                  </a:ext>
                </a:extLst>
              </p:cNvPr>
              <p:cNvSpPr/>
              <p:nvPr/>
            </p:nvSpPr>
            <p:spPr>
              <a:xfrm>
                <a:off x="1442298" y="3935690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2">
                        <a:lumMod val="25000"/>
                        <a:lumOff val="75000"/>
                      </a:schemeClr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Kĩ thuật triển khai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4792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61E0E0-DAE6-B9B6-5ADE-9DD9F1532061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37B203-E700-2279-ED76-5FA2C6FDCF0D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65F2A18-CDBA-FCAA-F49A-1C0125833676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C074AA-1886-71AE-91AC-5BF4B2E2DCF4}"/>
                  </a:ext>
                </a:extLst>
              </p:cNvPr>
              <p:cNvSpPr/>
              <p:nvPr/>
            </p:nvSpPr>
            <p:spPr>
              <a:xfrm>
                <a:off x="244507" y="181410"/>
                <a:ext cx="7538052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1.1 Sơ đồ quan hệ giữa các thực thể - ER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64B68504-4ED8-91B9-1359-BFD6C8DBC8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7783663-60B9-7740-B783-E691DA83CE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019175"/>
            <a:ext cx="9753600" cy="58388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61561C-A8CF-2330-FA68-BE2188C10802}"/>
              </a:ext>
            </a:extLst>
          </p:cNvPr>
          <p:cNvSpPr txBox="1"/>
          <p:nvPr/>
        </p:nvSpPr>
        <p:spPr>
          <a:xfrm>
            <a:off x="4917440" y="1381760"/>
            <a:ext cx="985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Thuốc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6142A-4AA3-2A96-E194-ED516F5A0895}"/>
              </a:ext>
            </a:extLst>
          </p:cNvPr>
          <p:cNvSpPr txBox="1"/>
          <p:nvPr/>
        </p:nvSpPr>
        <p:spPr>
          <a:xfrm>
            <a:off x="5638800" y="3538477"/>
            <a:ext cx="1452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Bệnh nhân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A72B8-6017-B60B-20D4-317CD6044298}"/>
              </a:ext>
            </a:extLst>
          </p:cNvPr>
          <p:cNvSpPr txBox="1"/>
          <p:nvPr/>
        </p:nvSpPr>
        <p:spPr>
          <a:xfrm>
            <a:off x="2763854" y="3755359"/>
            <a:ext cx="105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Bác sĩ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0D13F2-355A-1BDE-6686-9D983DBFFC94}"/>
              </a:ext>
            </a:extLst>
          </p:cNvPr>
          <p:cNvSpPr txBox="1"/>
          <p:nvPr/>
        </p:nvSpPr>
        <p:spPr>
          <a:xfrm>
            <a:off x="2763854" y="6044881"/>
            <a:ext cx="954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Khoa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29413F-A4A5-785F-B568-64133CACF146}"/>
              </a:ext>
            </a:extLst>
          </p:cNvPr>
          <p:cNvSpPr txBox="1"/>
          <p:nvPr/>
        </p:nvSpPr>
        <p:spPr>
          <a:xfrm>
            <a:off x="5517214" y="5476240"/>
            <a:ext cx="1574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Phòng bệnh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9F8EA5-5E42-2824-E7E3-EDB50EE242A9}"/>
              </a:ext>
            </a:extLst>
          </p:cNvPr>
          <p:cNvSpPr txBox="1"/>
          <p:nvPr/>
        </p:nvSpPr>
        <p:spPr>
          <a:xfrm>
            <a:off x="8839202" y="6044881"/>
            <a:ext cx="1148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Giường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4E074-A109-5247-A454-5CBFB4F41B41}"/>
              </a:ext>
            </a:extLst>
          </p:cNvPr>
          <p:cNvSpPr txBox="1"/>
          <p:nvPr/>
        </p:nvSpPr>
        <p:spPr>
          <a:xfrm>
            <a:off x="8707122" y="3429000"/>
            <a:ext cx="1452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Thân nhân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D15AC3-EA75-BD79-54EF-A3B676110B67}"/>
              </a:ext>
            </a:extLst>
          </p:cNvPr>
          <p:cNvSpPr txBox="1"/>
          <p:nvPr/>
        </p:nvSpPr>
        <p:spPr>
          <a:xfrm>
            <a:off x="8023863" y="1921005"/>
            <a:ext cx="1366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Hóa đơn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9B52DB-A973-D9F3-FCDC-9D084C4C4690}"/>
              </a:ext>
            </a:extLst>
          </p:cNvPr>
          <p:cNvCxnSpPr>
            <a:cxnSpLocks/>
          </p:cNvCxnSpPr>
          <p:nvPr/>
        </p:nvCxnSpPr>
        <p:spPr>
          <a:xfrm>
            <a:off x="5496644" y="1818560"/>
            <a:ext cx="599356" cy="171991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E7042F-06A2-3DBE-517A-373B25091F49}"/>
              </a:ext>
            </a:extLst>
          </p:cNvPr>
          <p:cNvCxnSpPr>
            <a:cxnSpLocks/>
          </p:cNvCxnSpPr>
          <p:nvPr/>
        </p:nvCxnSpPr>
        <p:spPr>
          <a:xfrm flipH="1">
            <a:off x="6756400" y="2321115"/>
            <a:ext cx="1412240" cy="121736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E4C0F2-2A8E-48B7-B51F-1DABC51AAA4A}"/>
              </a:ext>
            </a:extLst>
          </p:cNvPr>
          <p:cNvCxnSpPr>
            <a:cxnSpLocks/>
            <a:stCxn id="19" idx="1"/>
            <a:endCxn id="14" idx="3"/>
          </p:cNvCxnSpPr>
          <p:nvPr/>
        </p:nvCxnSpPr>
        <p:spPr>
          <a:xfrm flipH="1">
            <a:off x="7091680" y="3629055"/>
            <a:ext cx="1615442" cy="10947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A30ABB-D589-3CA3-F744-1C71B0891B18}"/>
              </a:ext>
            </a:extLst>
          </p:cNvPr>
          <p:cNvCxnSpPr>
            <a:cxnSpLocks/>
          </p:cNvCxnSpPr>
          <p:nvPr/>
        </p:nvCxnSpPr>
        <p:spPr>
          <a:xfrm>
            <a:off x="6304447" y="3938587"/>
            <a:ext cx="0" cy="140455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5D81BE3-D6D7-CD48-AD9C-359D3B76E18E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576320" y="3738532"/>
            <a:ext cx="2062480" cy="21688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94ED40-3A21-7E01-F4DF-588D7FE1BB97}"/>
              </a:ext>
            </a:extLst>
          </p:cNvPr>
          <p:cNvCxnSpPr>
            <a:cxnSpLocks/>
          </p:cNvCxnSpPr>
          <p:nvPr/>
        </p:nvCxnSpPr>
        <p:spPr>
          <a:xfrm flipV="1">
            <a:off x="3241207" y="4312199"/>
            <a:ext cx="0" cy="159987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5C0486-B547-A305-D079-B7B30BD10FA9}"/>
              </a:ext>
            </a:extLst>
          </p:cNvPr>
          <p:cNvCxnSpPr>
            <a:cxnSpLocks/>
          </p:cNvCxnSpPr>
          <p:nvPr/>
        </p:nvCxnSpPr>
        <p:spPr>
          <a:xfrm flipV="1">
            <a:off x="3576320" y="5676295"/>
            <a:ext cx="1920324" cy="48066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CC49DBA-A80D-45D9-80F2-BF120AF372C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091680" y="5676295"/>
            <a:ext cx="1747522" cy="56864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1085A0E-61BD-C9E2-DD66-E8394B6E3850}"/>
              </a:ext>
            </a:extLst>
          </p:cNvPr>
          <p:cNvSpPr txBox="1"/>
          <p:nvPr/>
        </p:nvSpPr>
        <p:spPr>
          <a:xfrm>
            <a:off x="6995034" y="2218684"/>
            <a:ext cx="934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Thanh toán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CCA94D-E98D-2073-84E9-DAB34E800FE6}"/>
              </a:ext>
            </a:extLst>
          </p:cNvPr>
          <p:cNvSpPr txBox="1"/>
          <p:nvPr/>
        </p:nvSpPr>
        <p:spPr>
          <a:xfrm>
            <a:off x="5882556" y="2387600"/>
            <a:ext cx="77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Sử dụng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7AFC82-A636-D8B4-BC8C-9B36671A7821}"/>
              </a:ext>
            </a:extLst>
          </p:cNvPr>
          <p:cNvSpPr txBox="1"/>
          <p:nvPr/>
        </p:nvSpPr>
        <p:spPr>
          <a:xfrm>
            <a:off x="7904230" y="3603941"/>
            <a:ext cx="93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Có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85F289-202F-0B0F-3E20-5EFD576FA18B}"/>
              </a:ext>
            </a:extLst>
          </p:cNvPr>
          <p:cNvSpPr txBox="1"/>
          <p:nvPr/>
        </p:nvSpPr>
        <p:spPr>
          <a:xfrm>
            <a:off x="5522461" y="4548845"/>
            <a:ext cx="934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Nhập viện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730DC0-9608-E3B3-6C19-62FCAE4DFDC4}"/>
              </a:ext>
            </a:extLst>
          </p:cNvPr>
          <p:cNvSpPr txBox="1"/>
          <p:nvPr/>
        </p:nvSpPr>
        <p:spPr>
          <a:xfrm>
            <a:off x="7690412" y="5454897"/>
            <a:ext cx="68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Có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18EA03-FFE2-E8F1-EC45-20336FDD06B9}"/>
              </a:ext>
            </a:extLst>
          </p:cNvPr>
          <p:cNvSpPr txBox="1"/>
          <p:nvPr/>
        </p:nvSpPr>
        <p:spPr>
          <a:xfrm>
            <a:off x="4018321" y="3829110"/>
            <a:ext cx="83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Khám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A50D6D-1673-9D3C-5BFE-9DA44B853438}"/>
              </a:ext>
            </a:extLst>
          </p:cNvPr>
          <p:cNvSpPr txBox="1"/>
          <p:nvPr/>
        </p:nvSpPr>
        <p:spPr>
          <a:xfrm>
            <a:off x="2583137" y="4882366"/>
            <a:ext cx="934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Làm việc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BD501F-279F-58EA-E606-24F71525B4F0}"/>
              </a:ext>
            </a:extLst>
          </p:cNvPr>
          <p:cNvSpPr txBox="1"/>
          <p:nvPr/>
        </p:nvSpPr>
        <p:spPr>
          <a:xfrm>
            <a:off x="4312982" y="5401840"/>
            <a:ext cx="93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Của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B209E2-5EFF-BA89-33C9-A6374ADF3119}"/>
              </a:ext>
            </a:extLst>
          </p:cNvPr>
          <p:cNvSpPr txBox="1"/>
          <p:nvPr/>
        </p:nvSpPr>
        <p:spPr>
          <a:xfrm>
            <a:off x="1597617" y="1268343"/>
            <a:ext cx="985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Kho thuốc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AB185E-A9C6-C78F-F1D1-7DF9BE04ECCE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2583137" y="1622286"/>
            <a:ext cx="2334303" cy="7443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E9BB6C6-BE9D-A08F-5A6F-AA2B9E76F6FA}"/>
              </a:ext>
            </a:extLst>
          </p:cNvPr>
          <p:cNvSpPr txBox="1"/>
          <p:nvPr/>
        </p:nvSpPr>
        <p:spPr>
          <a:xfrm>
            <a:off x="3057908" y="1293345"/>
            <a:ext cx="93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Chứa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E9DAC1-D441-25EA-C956-604E897098EF}"/>
              </a:ext>
            </a:extLst>
          </p:cNvPr>
          <p:cNvSpPr txBox="1"/>
          <p:nvPr/>
        </p:nvSpPr>
        <p:spPr>
          <a:xfrm>
            <a:off x="957704" y="2025661"/>
            <a:ext cx="2334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Mã lô, Mã thuốc, HSD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942D5CD-EF28-B7AB-E162-59AFF33398D0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800745" y="3065109"/>
            <a:ext cx="634199" cy="76400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2632034-7BED-EA6E-047A-3C510E17C2E9}"/>
              </a:ext>
            </a:extLst>
          </p:cNvPr>
          <p:cNvSpPr txBox="1"/>
          <p:nvPr/>
        </p:nvSpPr>
        <p:spPr>
          <a:xfrm>
            <a:off x="2953765" y="2735756"/>
            <a:ext cx="185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Sổ khám bệnh</a:t>
            </a:r>
          </a:p>
        </p:txBody>
      </p:sp>
    </p:spTree>
    <p:extLst>
      <p:ext uri="{BB962C8B-B14F-4D97-AF65-F5344CB8AC3E}">
        <p14:creationId xmlns:p14="http://schemas.microsoft.com/office/powerpoint/2010/main" val="57686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96F287-B846-3FC3-0460-CFB9865EED6B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561C44-4878-2042-3E3F-2BA1F500D951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8BA1C89-B390-1753-ABFD-ECE9A569A32E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54615EA-8A39-22E9-7F0E-767C638DD92A}"/>
                  </a:ext>
                </a:extLst>
              </p:cNvPr>
              <p:cNvSpPr/>
              <p:nvPr/>
            </p:nvSpPr>
            <p:spPr>
              <a:xfrm>
                <a:off x="244507" y="181410"/>
                <a:ext cx="4825332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1.2 Cơ sở dữ liệu quan hệ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2E1D0341-BA1D-BD60-1B57-1636F3AE2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B1CA873-04C4-CA66-3714-FF0AAA482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" y="934164"/>
            <a:ext cx="10596880" cy="5855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9DEBF3-B92A-44EB-F719-AA7DE2758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1086564"/>
            <a:ext cx="10596880" cy="585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16F3-DC72-B4DA-F7EB-C75DC967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8638A44-54F9-86E6-E243-5A0532227F24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613C64F-5F14-BB9F-18F8-2DA5C84E50D3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AA9252-7C0B-106B-E32C-38BF91C2DBD9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6F133AA-9B3F-3F83-73F3-FEF533B962D9}"/>
                  </a:ext>
                </a:extLst>
              </p:cNvPr>
              <p:cNvSpPr/>
              <p:nvPr/>
            </p:nvSpPr>
            <p:spPr>
              <a:xfrm>
                <a:off x="244508" y="181410"/>
                <a:ext cx="1792110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NỘI DUNG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B6CC431A-5714-8F11-A587-CC724E358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503C088-A731-11FB-F73D-6F11844E16B5}"/>
              </a:ext>
            </a:extLst>
          </p:cNvPr>
          <p:cNvGrpSpPr/>
          <p:nvPr/>
        </p:nvGrpSpPr>
        <p:grpSpPr>
          <a:xfrm>
            <a:off x="871980" y="1990235"/>
            <a:ext cx="6349708" cy="2031475"/>
            <a:chOff x="683444" y="2243580"/>
            <a:chExt cx="5412560" cy="20314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B4277AA-9709-85C0-8486-B9CCC9E30382}"/>
                </a:ext>
              </a:extLst>
            </p:cNvPr>
            <p:cNvGrpSpPr/>
            <p:nvPr/>
          </p:nvGrpSpPr>
          <p:grpSpPr>
            <a:xfrm>
              <a:off x="683444" y="2243580"/>
              <a:ext cx="5412560" cy="339365"/>
              <a:chOff x="683444" y="2243580"/>
              <a:chExt cx="5412560" cy="339365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EC11C3A0-DC03-DDC6-F46C-C9E1E241CDB1}"/>
                  </a:ext>
                </a:extLst>
              </p:cNvPr>
              <p:cNvSpPr/>
              <p:nvPr/>
            </p:nvSpPr>
            <p:spPr>
              <a:xfrm>
                <a:off x="683444" y="2243580"/>
                <a:ext cx="377072" cy="339365"/>
              </a:xfrm>
              <a:prstGeom prst="flowChartConnector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1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D0FB3D1-CB5D-CCB5-EFF7-8A829EDAABC3}"/>
                  </a:ext>
                </a:extLst>
              </p:cNvPr>
              <p:cNvSpPr/>
              <p:nvPr/>
            </p:nvSpPr>
            <p:spPr>
              <a:xfrm>
                <a:off x="1442301" y="2243580"/>
                <a:ext cx="4653703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2">
                        <a:lumMod val="25000"/>
                        <a:lumOff val="75000"/>
                      </a:schemeClr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Cơ sở dữ liệu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8DD21C-FABB-5878-4E60-D66E7D042357}"/>
                </a:ext>
              </a:extLst>
            </p:cNvPr>
            <p:cNvGrpSpPr/>
            <p:nvPr/>
          </p:nvGrpSpPr>
          <p:grpSpPr>
            <a:xfrm>
              <a:off x="683444" y="3082566"/>
              <a:ext cx="5412554" cy="346434"/>
              <a:chOff x="683444" y="3082566"/>
              <a:chExt cx="5412554" cy="346434"/>
            </a:xfrm>
          </p:grpSpPr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F701A973-51D6-033C-DBA3-137FB65E1DD0}"/>
                  </a:ext>
                </a:extLst>
              </p:cNvPr>
              <p:cNvSpPr/>
              <p:nvPr/>
            </p:nvSpPr>
            <p:spPr>
              <a:xfrm>
                <a:off x="683444" y="3082566"/>
                <a:ext cx="377072" cy="339365"/>
              </a:xfrm>
              <a:prstGeom prst="flowChartConnector">
                <a:avLst/>
              </a:prstGeom>
              <a:solidFill>
                <a:srgbClr val="052F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2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EFEEAAA9-6B23-3DC4-DE3B-8BC2AECB311B}"/>
                  </a:ext>
                </a:extLst>
              </p:cNvPr>
              <p:cNvSpPr/>
              <p:nvPr/>
            </p:nvSpPr>
            <p:spPr>
              <a:xfrm>
                <a:off x="1442299" y="3089635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0F496F"/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Sơ đồ phân rã chức năng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F9F569A-704D-41F8-E213-477C99F60BAC}"/>
                </a:ext>
              </a:extLst>
            </p:cNvPr>
            <p:cNvGrpSpPr/>
            <p:nvPr/>
          </p:nvGrpSpPr>
          <p:grpSpPr>
            <a:xfrm>
              <a:off x="683444" y="3921552"/>
              <a:ext cx="5412553" cy="353503"/>
              <a:chOff x="683444" y="3921552"/>
              <a:chExt cx="5412553" cy="353503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5ECECA48-1F38-7B0A-30E0-16A3EC3904B6}"/>
                  </a:ext>
                </a:extLst>
              </p:cNvPr>
              <p:cNvSpPr/>
              <p:nvPr/>
            </p:nvSpPr>
            <p:spPr>
              <a:xfrm>
                <a:off x="683444" y="3921552"/>
                <a:ext cx="377072" cy="339365"/>
              </a:xfrm>
              <a:prstGeom prst="flowChartConnector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D8AD0A8-ECB1-073A-E4AC-3ABA24F79132}"/>
                  </a:ext>
                </a:extLst>
              </p:cNvPr>
              <p:cNvSpPr/>
              <p:nvPr/>
            </p:nvSpPr>
            <p:spPr>
              <a:xfrm>
                <a:off x="1442298" y="3935690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2">
                        <a:lumMod val="25000"/>
                        <a:lumOff val="75000"/>
                      </a:schemeClr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Kĩ thuật triển khai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36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42A4CFA-58F0-2A91-F3B3-1C9A8A208220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35FD1C4-C2C1-99EE-B950-6149D6382078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22E9C46-616F-2CAA-BB39-111A927C40DE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19E5032-7175-52DE-68EA-36466A71D90A}"/>
                  </a:ext>
                </a:extLst>
              </p:cNvPr>
              <p:cNvSpPr/>
              <p:nvPr/>
            </p:nvSpPr>
            <p:spPr>
              <a:xfrm>
                <a:off x="244507" y="181410"/>
                <a:ext cx="4429091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2.1 Role Admin</a:t>
                </a:r>
              </a:p>
            </p:txBody>
          </p:sp>
        </p:grpSp>
        <p:pic>
          <p:nvPicPr>
            <p:cNvPr id="21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C7B3FEAE-EADA-E8CE-375A-F3BB4DF39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4DE81F93-CD58-3C19-A108-11FB90785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168301"/>
              </p:ext>
            </p:extLst>
          </p:nvPr>
        </p:nvGraphicFramePr>
        <p:xfrm>
          <a:off x="1828799" y="862442"/>
          <a:ext cx="8869681" cy="6076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6882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0E44D4D-6F83-4037-A888-C39EC4602C31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39759C-AFA0-52AB-BC27-12A7C01D22E8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B4C12E-D005-2815-3308-F3EE109D7BEB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50AFCD-2D45-E838-9F2B-B03A2DB3F4C0}"/>
                  </a:ext>
                </a:extLst>
              </p:cNvPr>
              <p:cNvSpPr/>
              <p:nvPr/>
            </p:nvSpPr>
            <p:spPr>
              <a:xfrm>
                <a:off x="244507" y="181410"/>
                <a:ext cx="4429091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2.2 Role bác sĩ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57C9BA90-F6A3-43AE-F680-BBB7645F7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82165BE-DA17-7B98-A03B-E1D5B09454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2475113"/>
              </p:ext>
            </p:extLst>
          </p:nvPr>
        </p:nvGraphicFramePr>
        <p:xfrm>
          <a:off x="1330960" y="1402391"/>
          <a:ext cx="8595360" cy="5274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79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B52EDB6-BFC6-7C83-8BB0-601B0CA6D6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5492222"/>
              </p:ext>
            </p:extLst>
          </p:nvPr>
        </p:nvGraphicFramePr>
        <p:xfrm>
          <a:off x="1859280" y="1158240"/>
          <a:ext cx="8930640" cy="5415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1A20F2E-210A-D90B-0E9C-B2F43B527F32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9D90B1-8EFC-A78D-01A5-16E16F104980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AB2DDB1-7845-4DE0-35CE-F69310F4B566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22ADF0-27A5-210E-E221-8608886EF6C3}"/>
                  </a:ext>
                </a:extLst>
              </p:cNvPr>
              <p:cNvSpPr/>
              <p:nvPr/>
            </p:nvSpPr>
            <p:spPr>
              <a:xfrm>
                <a:off x="244507" y="181410"/>
                <a:ext cx="4429091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2.3 Role bệnh nhân</a:t>
                </a:r>
              </a:p>
            </p:txBody>
          </p:sp>
        </p:grpSp>
        <p:pic>
          <p:nvPicPr>
            <p:cNvPr id="7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F72366C4-6141-08E6-E2F9-E7D504830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1727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A5124-B8F7-0F43-97D3-3A2150D2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3BD4AA8-6F8C-817D-7E7B-5A60930D7296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8B7132-8EFA-A225-96AB-16A249DDCD43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78A691F-10C3-397A-1299-D012F8C6C3FD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28D10F-1AB5-4F11-E69C-218672000BDD}"/>
                  </a:ext>
                </a:extLst>
              </p:cNvPr>
              <p:cNvSpPr/>
              <p:nvPr/>
            </p:nvSpPr>
            <p:spPr>
              <a:xfrm>
                <a:off x="244508" y="181410"/>
                <a:ext cx="1792110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NỘI DUNG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3BA2ED4D-5EAA-4759-3124-262B35AFD8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611C719-7E8E-CD7F-EE8D-E5933CF98878}"/>
              </a:ext>
            </a:extLst>
          </p:cNvPr>
          <p:cNvGrpSpPr/>
          <p:nvPr/>
        </p:nvGrpSpPr>
        <p:grpSpPr>
          <a:xfrm>
            <a:off x="871980" y="1990235"/>
            <a:ext cx="6349708" cy="2031475"/>
            <a:chOff x="683444" y="2243580"/>
            <a:chExt cx="5412560" cy="20314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F974986-4A59-7160-A06E-9EEDF63CDB71}"/>
                </a:ext>
              </a:extLst>
            </p:cNvPr>
            <p:cNvGrpSpPr/>
            <p:nvPr/>
          </p:nvGrpSpPr>
          <p:grpSpPr>
            <a:xfrm>
              <a:off x="683444" y="2243580"/>
              <a:ext cx="5412560" cy="339365"/>
              <a:chOff x="683444" y="2243580"/>
              <a:chExt cx="5412560" cy="339365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EE56640D-02D2-E579-178C-EE95EC8ECF59}"/>
                  </a:ext>
                </a:extLst>
              </p:cNvPr>
              <p:cNvSpPr/>
              <p:nvPr/>
            </p:nvSpPr>
            <p:spPr>
              <a:xfrm>
                <a:off x="683444" y="2243580"/>
                <a:ext cx="377072" cy="339365"/>
              </a:xfrm>
              <a:prstGeom prst="flowChartConnector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1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48ECAD1-E794-104C-0684-CAD61303ADF3}"/>
                  </a:ext>
                </a:extLst>
              </p:cNvPr>
              <p:cNvSpPr/>
              <p:nvPr/>
            </p:nvSpPr>
            <p:spPr>
              <a:xfrm>
                <a:off x="1442301" y="2243580"/>
                <a:ext cx="4653703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2">
                        <a:lumMod val="25000"/>
                        <a:lumOff val="75000"/>
                      </a:schemeClr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Cơ sở dữ liệu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B66EE10-0905-7A69-BD8A-258BF04223F5}"/>
                </a:ext>
              </a:extLst>
            </p:cNvPr>
            <p:cNvGrpSpPr/>
            <p:nvPr/>
          </p:nvGrpSpPr>
          <p:grpSpPr>
            <a:xfrm>
              <a:off x="683444" y="3082566"/>
              <a:ext cx="5412554" cy="346434"/>
              <a:chOff x="683444" y="3082566"/>
              <a:chExt cx="5412554" cy="346434"/>
            </a:xfrm>
          </p:grpSpPr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D6C4E3AF-359B-9956-68F2-6A9EE8731FC2}"/>
                  </a:ext>
                </a:extLst>
              </p:cNvPr>
              <p:cNvSpPr/>
              <p:nvPr/>
            </p:nvSpPr>
            <p:spPr>
              <a:xfrm>
                <a:off x="683444" y="3082566"/>
                <a:ext cx="377072" cy="339365"/>
              </a:xfrm>
              <a:prstGeom prst="flowChartConnector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2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090A968A-B2E6-AFEF-30D6-348321EB1EE9}"/>
                  </a:ext>
                </a:extLst>
              </p:cNvPr>
              <p:cNvSpPr/>
              <p:nvPr/>
            </p:nvSpPr>
            <p:spPr>
              <a:xfrm>
                <a:off x="1442299" y="3089635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2">
                        <a:lumMod val="25000"/>
                        <a:lumOff val="75000"/>
                      </a:schemeClr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Sơ đồ phân rã chức năng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1B6D644-BCAA-2B24-313B-57BA55BA449A}"/>
                </a:ext>
              </a:extLst>
            </p:cNvPr>
            <p:cNvGrpSpPr/>
            <p:nvPr/>
          </p:nvGrpSpPr>
          <p:grpSpPr>
            <a:xfrm>
              <a:off x="683444" y="3921552"/>
              <a:ext cx="5412553" cy="353503"/>
              <a:chOff x="683444" y="3921552"/>
              <a:chExt cx="5412553" cy="353503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BDC48798-F5EB-55FF-DBA2-5364FC6C5EF5}"/>
                  </a:ext>
                </a:extLst>
              </p:cNvPr>
              <p:cNvSpPr/>
              <p:nvPr/>
            </p:nvSpPr>
            <p:spPr>
              <a:xfrm>
                <a:off x="683444" y="3921552"/>
                <a:ext cx="377072" cy="339365"/>
              </a:xfrm>
              <a:prstGeom prst="flowChartConnector">
                <a:avLst/>
              </a:prstGeom>
              <a:solidFill>
                <a:srgbClr val="052F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54E2761-6CE0-7BBF-9F0C-AE1BDE161AEF}"/>
                  </a:ext>
                </a:extLst>
              </p:cNvPr>
              <p:cNvSpPr/>
              <p:nvPr/>
            </p:nvSpPr>
            <p:spPr>
              <a:xfrm>
                <a:off x="1442298" y="3935690"/>
                <a:ext cx="4653699" cy="33936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0F496F"/>
                    </a:solidFill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Kĩ thuật triển khai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385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EBD6F5-C5D5-DB34-D7B9-83B1ECC5B8AC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E3567F7-B3C9-F172-DB6B-951DD168CE6A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7258740-0198-B949-EDC6-D21818AAE180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D42D9D1-4046-C168-BE0A-34D4E0A6F7B1}"/>
                  </a:ext>
                </a:extLst>
              </p:cNvPr>
              <p:cNvSpPr/>
              <p:nvPr/>
            </p:nvSpPr>
            <p:spPr>
              <a:xfrm>
                <a:off x="244507" y="181410"/>
                <a:ext cx="4429091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3.1 Kiến trúc ORM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87452554-F82B-31DB-BAFA-C22D9DC94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0DE68A8-F985-9A3F-1DB6-22C94364B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8838615"/>
              </p:ext>
            </p:extLst>
          </p:nvPr>
        </p:nvGraphicFramePr>
        <p:xfrm>
          <a:off x="1630680" y="1075249"/>
          <a:ext cx="8930640" cy="5601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861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F86AE88-CD08-1091-C739-1795AC2E2B6B}"/>
              </a:ext>
            </a:extLst>
          </p:cNvPr>
          <p:cNvGrpSpPr/>
          <p:nvPr/>
        </p:nvGrpSpPr>
        <p:grpSpPr>
          <a:xfrm>
            <a:off x="1" y="0"/>
            <a:ext cx="12191999" cy="862445"/>
            <a:chOff x="0" y="0"/>
            <a:chExt cx="12191999" cy="8624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454128-0234-87BB-7C00-DE8D485E3A18}"/>
                </a:ext>
              </a:extLst>
            </p:cNvPr>
            <p:cNvGrpSpPr/>
            <p:nvPr/>
          </p:nvGrpSpPr>
          <p:grpSpPr>
            <a:xfrm>
              <a:off x="0" y="0"/>
              <a:ext cx="12191999" cy="862445"/>
              <a:chOff x="0" y="0"/>
              <a:chExt cx="12191999" cy="8624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9EB0C08-8EC9-D8E2-06AB-69876FCA7505}"/>
                  </a:ext>
                </a:extLst>
              </p:cNvPr>
              <p:cNvSpPr/>
              <p:nvPr/>
            </p:nvSpPr>
            <p:spPr>
              <a:xfrm>
                <a:off x="0" y="0"/>
                <a:ext cx="12191999" cy="862445"/>
              </a:xfrm>
              <a:prstGeom prst="rect">
                <a:avLst/>
              </a:prstGeom>
              <a:solidFill>
                <a:srgbClr val="052F61"/>
              </a:solidFill>
              <a:ln>
                <a:solidFill>
                  <a:schemeClr val="accent1">
                    <a:shade val="15000"/>
                    <a:hueMod val="94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931A8C-A817-53A1-AB5E-DA1F5E6880DB}"/>
                  </a:ext>
                </a:extLst>
              </p:cNvPr>
              <p:cNvSpPr/>
              <p:nvPr/>
            </p:nvSpPr>
            <p:spPr>
              <a:xfrm>
                <a:off x="244507" y="181410"/>
                <a:ext cx="4825332" cy="4996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>
                    <a:latin typeface="Cascadia Mono SemiBold" panose="020B0609020000020004" pitchFamily="49" charset="0"/>
                    <a:ea typeface="Cascadia Mono SemiBold" panose="020B0609020000020004" pitchFamily="49" charset="0"/>
                    <a:cs typeface="Cascadia Mono SemiBold" panose="020B0609020000020004" pitchFamily="49" charset="0"/>
                  </a:rPr>
                  <a:t>3.2 Một vài kĩ thuật khác</a:t>
                </a:r>
              </a:p>
            </p:txBody>
          </p:sp>
        </p:grpSp>
        <p:pic>
          <p:nvPicPr>
            <p:cNvPr id="6" name="Picture 10" descr="Các học phần trong chương trình Khoa học dữ liệu | Data Science">
              <a:extLst>
                <a:ext uri="{FF2B5EF4-FFF2-40B4-BE49-F238E27FC236}">
                  <a16:creationId xmlns:a16="http://schemas.microsoft.com/office/drawing/2014/main" id="{754D0122-33B3-2265-F15B-4F029F42A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6790" y="181410"/>
              <a:ext cx="1112617" cy="571344"/>
            </a:xfrm>
            <a:prstGeom prst="roundRect">
              <a:avLst>
                <a:gd name="adj" fmla="val 22745"/>
              </a:avLst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9B4A32C-9268-C1F9-CEA6-5E4568C997E2}"/>
              </a:ext>
            </a:extLst>
          </p:cNvPr>
          <p:cNvSpPr txBox="1"/>
          <p:nvPr/>
        </p:nvSpPr>
        <p:spPr>
          <a:xfrm>
            <a:off x="416560" y="1043855"/>
            <a:ext cx="84023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Quản lí phiên đăng nhập : flask_login, cookie.</a:t>
            </a:r>
          </a:p>
          <a:p>
            <a:endParaRPr lang="en-US" sz="2000"/>
          </a:p>
          <a:p>
            <a:r>
              <a:rPr lang="en-US" sz="2000"/>
              <a:t>Lazy loading áp dụng cho trang dashboard của Admin</a:t>
            </a:r>
          </a:p>
          <a:p>
            <a:endParaRPr lang="en-US" sz="2000"/>
          </a:p>
          <a:p>
            <a:r>
              <a:rPr lang="en-US" sz="2000"/>
              <a:t>Mã hóa mật khẩu : Sử dụng thuật toán </a:t>
            </a:r>
            <a:r>
              <a:rPr lang="en-US"/>
              <a:t>scrypt</a:t>
            </a:r>
            <a:r>
              <a:rPr lang="en-US" sz="2000"/>
              <a:t> chống brute-force bằng GPU.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A67EBB-F55D-73DD-9126-EC418F032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60" y="2856481"/>
            <a:ext cx="6849481" cy="377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6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EB83-B142-927D-3AF2-3012C5ED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3639C4-8FC8-09A5-04A5-5FFC5C78363A}"/>
              </a:ext>
            </a:extLst>
          </p:cNvPr>
          <p:cNvSpPr/>
          <p:nvPr/>
        </p:nvSpPr>
        <p:spPr>
          <a:xfrm>
            <a:off x="0" y="0"/>
            <a:ext cx="12191999" cy="49149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E7909-3F5A-CCC2-84F6-A1F641B08C86}"/>
              </a:ext>
            </a:extLst>
          </p:cNvPr>
          <p:cNvSpPr txBox="1"/>
          <p:nvPr/>
        </p:nvSpPr>
        <p:spPr>
          <a:xfrm>
            <a:off x="1485900" y="1208713"/>
            <a:ext cx="55346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>
                <a:solidFill>
                  <a:schemeClr val="bg1"/>
                </a:solidFill>
                <a:latin typeface="Tahoma (Body)"/>
              </a:rPr>
              <a:t>Cảm ơn thầy đã lắng nghe!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751E9AA-38EE-4999-9E4D-2AEEA2588A4B}"/>
              </a:ext>
            </a:extLst>
          </p:cNvPr>
          <p:cNvSpPr>
            <a:spLocks noGrp="1"/>
          </p:cNvSpPr>
          <p:nvPr/>
        </p:nvSpPr>
        <p:spPr>
          <a:xfrm>
            <a:off x="2667000" y="5552221"/>
            <a:ext cx="6858000" cy="52448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ysClr val="windowText" lastClr="000000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Nguyễn Việt Phúc, Nguyễn Khắc Huy – K68A5</a:t>
            </a:r>
            <a:endParaRPr lang="en-US" sz="1800">
              <a:solidFill>
                <a:sysClr val="windowText" lastClr="000000"/>
              </a:solidFill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6" descr="Combo 72 Miếng Dán Sticker Đại học Khoa học Tự nhiên Hà Nội (HUS) - Sticker  Cờ Việt Nam">
            <a:extLst>
              <a:ext uri="{FF2B5EF4-FFF2-40B4-BE49-F238E27FC236}">
                <a16:creationId xmlns:a16="http://schemas.microsoft.com/office/drawing/2014/main" id="{F889C5D2-4ED2-1354-FABC-4071647E6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1" t="18727" r="20970" b="23329"/>
          <a:stretch>
            <a:fillRect/>
          </a:stretch>
        </p:blipFill>
        <p:spPr bwMode="auto">
          <a:xfrm>
            <a:off x="10905932" y="3921773"/>
            <a:ext cx="758952" cy="780731"/>
          </a:xfrm>
          <a:prstGeom prst="ellipse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Trường Đại học Khoa học Tự nhiên | ĐHQGHN">
            <a:extLst>
              <a:ext uri="{FF2B5EF4-FFF2-40B4-BE49-F238E27FC236}">
                <a16:creationId xmlns:a16="http://schemas.microsoft.com/office/drawing/2014/main" id="{CA3A4D42-8FC4-D613-E05A-30BC3638C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837" y="3921773"/>
            <a:ext cx="758588" cy="758588"/>
          </a:xfrm>
          <a:prstGeom prst="ellipse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67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562</Words>
  <Application>Microsoft Office PowerPoint</Application>
  <PresentationFormat>Widescreen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Arial Rounded MT Bold</vt:lpstr>
      <vt:lpstr>Cascadia Mono SemiBold</vt:lpstr>
      <vt:lpstr>Tahoma (Body)</vt:lpstr>
      <vt:lpstr>Tahoma (Body)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 phuc</dc:creator>
  <cp:lastModifiedBy>V phuc</cp:lastModifiedBy>
  <cp:revision>1</cp:revision>
  <dcterms:created xsi:type="dcterms:W3CDTF">2025-12-29T14:05:35Z</dcterms:created>
  <dcterms:modified xsi:type="dcterms:W3CDTF">2025-12-29T17:10:16Z</dcterms:modified>
</cp:coreProperties>
</file>